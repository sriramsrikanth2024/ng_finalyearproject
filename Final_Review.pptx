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0" r:id="rId1"/>
  </p:sldMasterIdLst>
  <p:sldIdLst>
    <p:sldId id="273" r:id="rId2"/>
    <p:sldId id="259" r:id="rId3"/>
    <p:sldId id="260" r:id="rId4"/>
    <p:sldId id="261" r:id="rId5"/>
    <p:sldId id="262" r:id="rId6"/>
    <p:sldId id="274" r:id="rId7"/>
    <p:sldId id="263" r:id="rId8"/>
    <p:sldId id="275" r:id="rId9"/>
    <p:sldId id="265" r:id="rId10"/>
    <p:sldId id="266" r:id="rId11"/>
    <p:sldId id="267" r:id="rId12"/>
    <p:sldId id="276" r:id="rId13"/>
    <p:sldId id="277" r:id="rId14"/>
    <p:sldId id="280" r:id="rId15"/>
    <p:sldId id="281" r:id="rId16"/>
    <p:sldId id="282" r:id="rId17"/>
    <p:sldId id="283" r:id="rId18"/>
    <p:sldId id="289" r:id="rId19"/>
    <p:sldId id="299" r:id="rId20"/>
    <p:sldId id="307" r:id="rId21"/>
    <p:sldId id="298" r:id="rId22"/>
    <p:sldId id="297" r:id="rId23"/>
    <p:sldId id="296" r:id="rId24"/>
    <p:sldId id="295" r:id="rId25"/>
    <p:sldId id="294" r:id="rId26"/>
    <p:sldId id="293" r:id="rId27"/>
    <p:sldId id="291" r:id="rId28"/>
    <p:sldId id="290" r:id="rId29"/>
    <p:sldId id="292" r:id="rId30"/>
    <p:sldId id="287" r:id="rId31"/>
    <p:sldId id="288" r:id="rId32"/>
    <p:sldId id="279" r:id="rId33"/>
    <p:sldId id="305" r:id="rId34"/>
    <p:sldId id="285" r:id="rId35"/>
    <p:sldId id="270" r:id="rId36"/>
    <p:sldId id="308"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FAAC40-489A-49D7-A124-F8F833A19629}" v="2" dt="2026-05-07T16:38:53.4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5" d="100"/>
          <a:sy n="75" d="100"/>
        </p:scale>
        <p:origin x="54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ram s" userId="1a598e83a068b4a8" providerId="LiveId" clId="{8C150BB2-9218-488B-B012-E3F261622E26}"/>
    <pc:docChg chg="undo custSel addSld delSld modSld sldOrd">
      <pc:chgData name="sriram s" userId="1a598e83a068b4a8" providerId="LiveId" clId="{8C150BB2-9218-488B-B012-E3F261622E26}" dt="2026-05-07T16:54:10.497" v="1654" actId="20577"/>
      <pc:docMkLst>
        <pc:docMk/>
      </pc:docMkLst>
      <pc:sldChg chg="modSp mod">
        <pc:chgData name="sriram s" userId="1a598e83a068b4a8" providerId="LiveId" clId="{8C150BB2-9218-488B-B012-E3F261622E26}" dt="2026-05-07T16:36:34.404" v="1301" actId="1076"/>
        <pc:sldMkLst>
          <pc:docMk/>
          <pc:sldMk cId="3637941716" sldId="261"/>
        </pc:sldMkLst>
        <pc:spChg chg="mod">
          <ac:chgData name="sriram s" userId="1a598e83a068b4a8" providerId="LiveId" clId="{8C150BB2-9218-488B-B012-E3F261622E26}" dt="2026-05-07T16:36:34.404" v="1301" actId="1076"/>
          <ac:spMkLst>
            <pc:docMk/>
            <pc:sldMk cId="3637941716" sldId="261"/>
            <ac:spMk id="2" creationId="{D86B8C39-5744-28CC-DA2D-5C28ACC459CA}"/>
          </ac:spMkLst>
        </pc:spChg>
        <pc:spChg chg="mod">
          <ac:chgData name="sriram s" userId="1a598e83a068b4a8" providerId="LiveId" clId="{8C150BB2-9218-488B-B012-E3F261622E26}" dt="2026-05-07T16:36:31.007" v="1300" actId="1076"/>
          <ac:spMkLst>
            <pc:docMk/>
            <pc:sldMk cId="3637941716" sldId="261"/>
            <ac:spMk id="3" creationId="{E4431A26-6587-09D5-D7FE-0A2CC62600D1}"/>
          </ac:spMkLst>
        </pc:spChg>
      </pc:sldChg>
      <pc:sldChg chg="modSp mod">
        <pc:chgData name="sriram s" userId="1a598e83a068b4a8" providerId="LiveId" clId="{8C150BB2-9218-488B-B012-E3F261622E26}" dt="2026-05-07T16:53:28.730" v="1623" actId="1076"/>
        <pc:sldMkLst>
          <pc:docMk/>
          <pc:sldMk cId="1816173185" sldId="263"/>
        </pc:sldMkLst>
        <pc:spChg chg="mod">
          <ac:chgData name="sriram s" userId="1a598e83a068b4a8" providerId="LiveId" clId="{8C150BB2-9218-488B-B012-E3F261622E26}" dt="2026-05-07T16:53:22.340" v="1622" actId="1076"/>
          <ac:spMkLst>
            <pc:docMk/>
            <pc:sldMk cId="1816173185" sldId="263"/>
            <ac:spMk id="2" creationId="{390D34F3-0A04-9A97-17BD-7AE99E0DE582}"/>
          </ac:spMkLst>
        </pc:spChg>
        <pc:spChg chg="mod">
          <ac:chgData name="sriram s" userId="1a598e83a068b4a8" providerId="LiveId" clId="{8C150BB2-9218-488B-B012-E3F261622E26}" dt="2026-05-07T16:53:28.730" v="1623" actId="1076"/>
          <ac:spMkLst>
            <pc:docMk/>
            <pc:sldMk cId="1816173185" sldId="263"/>
            <ac:spMk id="3" creationId="{991614F0-6E57-4A8B-5A23-2B2D03351B1D}"/>
          </ac:spMkLst>
        </pc:spChg>
      </pc:sldChg>
      <pc:sldChg chg="modSp mod">
        <pc:chgData name="sriram s" userId="1a598e83a068b4a8" providerId="LiveId" clId="{8C150BB2-9218-488B-B012-E3F261622E26}" dt="2026-05-07T16:37:26.712" v="1331" actId="20577"/>
        <pc:sldMkLst>
          <pc:docMk/>
          <pc:sldMk cId="2919878876" sldId="265"/>
        </pc:sldMkLst>
        <pc:spChg chg="mod">
          <ac:chgData name="sriram s" userId="1a598e83a068b4a8" providerId="LiveId" clId="{8C150BB2-9218-488B-B012-E3F261622E26}" dt="2026-05-07T16:37:26.712" v="1331" actId="20577"/>
          <ac:spMkLst>
            <pc:docMk/>
            <pc:sldMk cId="2919878876" sldId="265"/>
            <ac:spMk id="2" creationId="{8DBDB9E7-8D72-6A12-A07F-0E9F22B1F5A2}"/>
          </ac:spMkLst>
        </pc:spChg>
      </pc:sldChg>
      <pc:sldChg chg="modSp mod">
        <pc:chgData name="sriram s" userId="1a598e83a068b4a8" providerId="LiveId" clId="{8C150BB2-9218-488B-B012-E3F261622E26}" dt="2026-05-07T16:53:49.621" v="1625" actId="1076"/>
        <pc:sldMkLst>
          <pc:docMk/>
          <pc:sldMk cId="2539779945" sldId="267"/>
        </pc:sldMkLst>
        <pc:spChg chg="mod">
          <ac:chgData name="sriram s" userId="1a598e83a068b4a8" providerId="LiveId" clId="{8C150BB2-9218-488B-B012-E3F261622E26}" dt="2026-05-07T16:53:49.621" v="1625" actId="1076"/>
          <ac:spMkLst>
            <pc:docMk/>
            <pc:sldMk cId="2539779945" sldId="267"/>
            <ac:spMk id="3" creationId="{C659981F-5869-3E33-C3F3-5CFA219DABEA}"/>
          </ac:spMkLst>
        </pc:spChg>
      </pc:sldChg>
      <pc:sldChg chg="delSp modSp del mod">
        <pc:chgData name="sriram s" userId="1a598e83a068b4a8" providerId="LiveId" clId="{8C150BB2-9218-488B-B012-E3F261622E26}" dt="2026-05-07T16:51:37.484" v="1619" actId="47"/>
        <pc:sldMkLst>
          <pc:docMk/>
          <pc:sldMk cId="1080693644" sldId="271"/>
        </pc:sldMkLst>
      </pc:sldChg>
      <pc:sldChg chg="modSp mod">
        <pc:chgData name="sriram s" userId="1a598e83a068b4a8" providerId="LiveId" clId="{8C150BB2-9218-488B-B012-E3F261622E26}" dt="2026-05-07T16:35:22.124" v="1296" actId="20577"/>
        <pc:sldMkLst>
          <pc:docMk/>
          <pc:sldMk cId="4061709234" sldId="273"/>
        </pc:sldMkLst>
        <pc:spChg chg="mod">
          <ac:chgData name="sriram s" userId="1a598e83a068b4a8" providerId="LiveId" clId="{8C150BB2-9218-488B-B012-E3F261622E26}" dt="2026-05-07T16:35:22.124" v="1296" actId="20577"/>
          <ac:spMkLst>
            <pc:docMk/>
            <pc:sldMk cId="4061709234" sldId="273"/>
            <ac:spMk id="3" creationId="{7420EC67-AA21-47C5-9C17-0178DFF447F1}"/>
          </ac:spMkLst>
        </pc:spChg>
      </pc:sldChg>
      <pc:sldChg chg="modSp mod">
        <pc:chgData name="sriram s" userId="1a598e83a068b4a8" providerId="LiveId" clId="{8C150BB2-9218-488B-B012-E3F261622E26}" dt="2026-05-07T16:53:36.132" v="1624" actId="115"/>
        <pc:sldMkLst>
          <pc:docMk/>
          <pc:sldMk cId="3555021468" sldId="275"/>
        </pc:sldMkLst>
        <pc:spChg chg="mod">
          <ac:chgData name="sriram s" userId="1a598e83a068b4a8" providerId="LiveId" clId="{8C150BB2-9218-488B-B012-E3F261622E26}" dt="2026-05-07T16:53:36.132" v="1624" actId="115"/>
          <ac:spMkLst>
            <pc:docMk/>
            <pc:sldMk cId="3555021468" sldId="275"/>
            <ac:spMk id="3" creationId="{75524AA3-DCCD-2335-88EE-61DE61385930}"/>
          </ac:spMkLst>
        </pc:spChg>
      </pc:sldChg>
      <pc:sldChg chg="modSp mod">
        <pc:chgData name="sriram s" userId="1a598e83a068b4a8" providerId="LiveId" clId="{8C150BB2-9218-488B-B012-E3F261622E26}" dt="2026-05-07T16:54:10.497" v="1654" actId="20577"/>
        <pc:sldMkLst>
          <pc:docMk/>
          <pc:sldMk cId="2208078814" sldId="276"/>
        </pc:sldMkLst>
        <pc:spChg chg="mod">
          <ac:chgData name="sriram s" userId="1a598e83a068b4a8" providerId="LiveId" clId="{8C150BB2-9218-488B-B012-E3F261622E26}" dt="2026-05-07T16:54:10.497" v="1654" actId="20577"/>
          <ac:spMkLst>
            <pc:docMk/>
            <pc:sldMk cId="2208078814" sldId="276"/>
            <ac:spMk id="3" creationId="{53C03AC0-52CF-11B5-DED8-D2DA2603B4ED}"/>
          </ac:spMkLst>
        </pc:spChg>
      </pc:sldChg>
      <pc:sldChg chg="modSp mod">
        <pc:chgData name="sriram s" userId="1a598e83a068b4a8" providerId="LiveId" clId="{8C150BB2-9218-488B-B012-E3F261622E26}" dt="2026-05-07T16:42:05.824" v="1504" actId="20577"/>
        <pc:sldMkLst>
          <pc:docMk/>
          <pc:sldMk cId="264811603" sldId="277"/>
        </pc:sldMkLst>
        <pc:spChg chg="mod">
          <ac:chgData name="sriram s" userId="1a598e83a068b4a8" providerId="LiveId" clId="{8C150BB2-9218-488B-B012-E3F261622E26}" dt="2026-05-07T16:42:05.824" v="1504" actId="20577"/>
          <ac:spMkLst>
            <pc:docMk/>
            <pc:sldMk cId="264811603" sldId="277"/>
            <ac:spMk id="2" creationId="{4E546C1E-CECC-17F0-7E8F-6AE73CD86CF8}"/>
          </ac:spMkLst>
        </pc:spChg>
        <pc:spChg chg="mod">
          <ac:chgData name="sriram s" userId="1a598e83a068b4a8" providerId="LiveId" clId="{8C150BB2-9218-488B-B012-E3F261622E26}" dt="2026-05-07T16:39:53.207" v="1354" actId="14100"/>
          <ac:spMkLst>
            <pc:docMk/>
            <pc:sldMk cId="264811603" sldId="277"/>
            <ac:spMk id="3" creationId="{88B7F4C0-86FB-E760-E6BD-BC66A4AC7E2A}"/>
          </ac:spMkLst>
        </pc:spChg>
      </pc:sldChg>
      <pc:sldChg chg="modSp mod">
        <pc:chgData name="sriram s" userId="1a598e83a068b4a8" providerId="LiveId" clId="{8C150BB2-9218-488B-B012-E3F261622E26}" dt="2026-05-07T16:52:42.863" v="1620" actId="1076"/>
        <pc:sldMkLst>
          <pc:docMk/>
          <pc:sldMk cId="2085139219" sldId="279"/>
        </pc:sldMkLst>
        <pc:picChg chg="mod">
          <ac:chgData name="sriram s" userId="1a598e83a068b4a8" providerId="LiveId" clId="{8C150BB2-9218-488B-B012-E3F261622E26}" dt="2026-05-07T16:52:42.863" v="1620" actId="1076"/>
          <ac:picMkLst>
            <pc:docMk/>
            <pc:sldMk cId="2085139219" sldId="279"/>
            <ac:picMk id="31" creationId="{8485FBD6-64FC-1538-02C3-35FAB1B00C41}"/>
          </ac:picMkLst>
        </pc:picChg>
      </pc:sldChg>
      <pc:sldChg chg="addSp delSp modSp mod">
        <pc:chgData name="sriram s" userId="1a598e83a068b4a8" providerId="LiveId" clId="{8C150BB2-9218-488B-B012-E3F261622E26}" dt="2026-05-07T16:42:30.189" v="1505" actId="1076"/>
        <pc:sldMkLst>
          <pc:docMk/>
          <pc:sldMk cId="70790577" sldId="280"/>
        </pc:sldMkLst>
        <pc:spChg chg="add del mod">
          <ac:chgData name="sriram s" userId="1a598e83a068b4a8" providerId="LiveId" clId="{8C150BB2-9218-488B-B012-E3F261622E26}" dt="2026-05-07T16:39:39.981" v="1350" actId="478"/>
          <ac:spMkLst>
            <pc:docMk/>
            <pc:sldMk cId="70790577" sldId="280"/>
            <ac:spMk id="2" creationId="{584B9F57-3959-EED9-E2BC-9A5263B3495D}"/>
          </ac:spMkLst>
        </pc:spChg>
        <pc:spChg chg="mod">
          <ac:chgData name="sriram s" userId="1a598e83a068b4a8" providerId="LiveId" clId="{8C150BB2-9218-488B-B012-E3F261622E26}" dt="2026-05-07T16:42:30.189" v="1505" actId="1076"/>
          <ac:spMkLst>
            <pc:docMk/>
            <pc:sldMk cId="70790577" sldId="280"/>
            <ac:spMk id="3" creationId="{6AACF7D0-83A5-7203-F4A0-78722E228775}"/>
          </ac:spMkLst>
        </pc:spChg>
      </pc:sldChg>
      <pc:sldChg chg="delSp del mod">
        <pc:chgData name="sriram s" userId="1a598e83a068b4a8" providerId="LiveId" clId="{8C150BB2-9218-488B-B012-E3F261622E26}" dt="2026-05-07T16:43:12.365" v="1507" actId="47"/>
        <pc:sldMkLst>
          <pc:docMk/>
          <pc:sldMk cId="734300441" sldId="284"/>
        </pc:sldMkLst>
        <pc:spChg chg="del">
          <ac:chgData name="sriram s" userId="1a598e83a068b4a8" providerId="LiveId" clId="{8C150BB2-9218-488B-B012-E3F261622E26}" dt="2026-05-07T16:43:09.003" v="1506" actId="478"/>
          <ac:spMkLst>
            <pc:docMk/>
            <pc:sldMk cId="734300441" sldId="284"/>
            <ac:spMk id="3" creationId="{6AACF7D0-83A5-7203-F4A0-78722E228775}"/>
          </ac:spMkLst>
        </pc:spChg>
      </pc:sldChg>
      <pc:sldChg chg="addSp delSp modSp mod">
        <pc:chgData name="sriram s" userId="1a598e83a068b4a8" providerId="LiveId" clId="{8C150BB2-9218-488B-B012-E3F261622E26}" dt="2026-05-07T16:45:04.413" v="1528" actId="20577"/>
        <pc:sldMkLst>
          <pc:docMk/>
          <pc:sldMk cId="1189759350" sldId="289"/>
        </pc:sldMkLst>
        <pc:spChg chg="mod">
          <ac:chgData name="sriram s" userId="1a598e83a068b4a8" providerId="LiveId" clId="{8C150BB2-9218-488B-B012-E3F261622E26}" dt="2026-05-07T16:45:04.413" v="1528" actId="20577"/>
          <ac:spMkLst>
            <pc:docMk/>
            <pc:sldMk cId="1189759350" sldId="289"/>
            <ac:spMk id="4" creationId="{296080A4-D396-939D-791A-F2CB16449197}"/>
          </ac:spMkLst>
        </pc:spChg>
        <pc:picChg chg="del mod">
          <ac:chgData name="sriram s" userId="1a598e83a068b4a8" providerId="LiveId" clId="{8C150BB2-9218-488B-B012-E3F261622E26}" dt="2026-05-07T16:43:40.627" v="1508" actId="478"/>
          <ac:picMkLst>
            <pc:docMk/>
            <pc:sldMk cId="1189759350" sldId="289"/>
            <ac:picMk id="3" creationId="{97177293-666D-6B59-7308-587A435CB9BC}"/>
          </ac:picMkLst>
        </pc:picChg>
        <pc:picChg chg="add mod">
          <ac:chgData name="sriram s" userId="1a598e83a068b4a8" providerId="LiveId" clId="{8C150BB2-9218-488B-B012-E3F261622E26}" dt="2026-05-07T16:44:26.805" v="1511" actId="1076"/>
          <ac:picMkLst>
            <pc:docMk/>
            <pc:sldMk cId="1189759350" sldId="289"/>
            <ac:picMk id="5" creationId="{765FB177-D54F-4F1C-1F19-FC21C875FAE3}"/>
          </ac:picMkLst>
        </pc:picChg>
      </pc:sldChg>
      <pc:sldChg chg="modSp mod">
        <pc:chgData name="sriram s" userId="1a598e83a068b4a8" providerId="LiveId" clId="{8C150BB2-9218-488B-B012-E3F261622E26}" dt="2026-05-07T16:49:56.237" v="1582" actId="1076"/>
        <pc:sldMkLst>
          <pc:docMk/>
          <pc:sldMk cId="1081837233" sldId="290"/>
        </pc:sldMkLst>
        <pc:spChg chg="mod">
          <ac:chgData name="sriram s" userId="1a598e83a068b4a8" providerId="LiveId" clId="{8C150BB2-9218-488B-B012-E3F261622E26}" dt="2026-05-07T16:49:56.237" v="1582" actId="1076"/>
          <ac:spMkLst>
            <pc:docMk/>
            <pc:sldMk cId="1081837233" sldId="290"/>
            <ac:spMk id="2" creationId="{D19E6E28-D3C3-F65B-DB80-0341D869068F}"/>
          </ac:spMkLst>
        </pc:spChg>
      </pc:sldChg>
      <pc:sldChg chg="addSp delSp modSp mod">
        <pc:chgData name="sriram s" userId="1a598e83a068b4a8" providerId="LiveId" clId="{8C150BB2-9218-488B-B012-E3F261622E26}" dt="2026-05-07T16:49:49.539" v="1581" actId="1076"/>
        <pc:sldMkLst>
          <pc:docMk/>
          <pc:sldMk cId="3209176620" sldId="291"/>
        </pc:sldMkLst>
        <pc:spChg chg="mod">
          <ac:chgData name="sriram s" userId="1a598e83a068b4a8" providerId="LiveId" clId="{8C150BB2-9218-488B-B012-E3F261622E26}" dt="2026-05-07T16:49:33.156" v="1578" actId="1076"/>
          <ac:spMkLst>
            <pc:docMk/>
            <pc:sldMk cId="3209176620" sldId="291"/>
            <ac:spMk id="2" creationId="{34402054-3FF8-6637-591D-5DEA22DDFB5F}"/>
          </ac:spMkLst>
        </pc:spChg>
        <pc:picChg chg="del">
          <ac:chgData name="sriram s" userId="1a598e83a068b4a8" providerId="LiveId" clId="{8C150BB2-9218-488B-B012-E3F261622E26}" dt="2026-05-07T16:49:29.855" v="1577" actId="478"/>
          <ac:picMkLst>
            <pc:docMk/>
            <pc:sldMk cId="3209176620" sldId="291"/>
            <ac:picMk id="3" creationId="{6CB3767C-7BB3-5F09-679F-030982C97656}"/>
          </ac:picMkLst>
        </pc:picChg>
        <pc:picChg chg="add mod">
          <ac:chgData name="sriram s" userId="1a598e83a068b4a8" providerId="LiveId" clId="{8C150BB2-9218-488B-B012-E3F261622E26}" dt="2026-05-07T16:49:49.539" v="1581" actId="1076"/>
          <ac:picMkLst>
            <pc:docMk/>
            <pc:sldMk cId="3209176620" sldId="291"/>
            <ac:picMk id="5" creationId="{C5EEF5DB-0D28-C3DE-A4C4-E77375F03269}"/>
          </ac:picMkLst>
        </pc:picChg>
      </pc:sldChg>
      <pc:sldChg chg="addSp delSp modSp mod">
        <pc:chgData name="sriram s" userId="1a598e83a068b4a8" providerId="LiveId" clId="{8C150BB2-9218-488B-B012-E3F261622E26}" dt="2026-05-07T16:50:27.146" v="1588" actId="1076"/>
        <pc:sldMkLst>
          <pc:docMk/>
          <pc:sldMk cId="2751846816" sldId="292"/>
        </pc:sldMkLst>
        <pc:spChg chg="mod">
          <ac:chgData name="sriram s" userId="1a598e83a068b4a8" providerId="LiveId" clId="{8C150BB2-9218-488B-B012-E3F261622E26}" dt="2026-05-07T16:50:06.864" v="1584" actId="1076"/>
          <ac:spMkLst>
            <pc:docMk/>
            <pc:sldMk cId="2751846816" sldId="292"/>
            <ac:spMk id="2" creationId="{7CCD1B3A-1F0C-F48B-7D70-F826DB6829CB}"/>
          </ac:spMkLst>
        </pc:spChg>
        <pc:picChg chg="del">
          <ac:chgData name="sriram s" userId="1a598e83a068b4a8" providerId="LiveId" clId="{8C150BB2-9218-488B-B012-E3F261622E26}" dt="2026-05-07T16:50:04.521" v="1583" actId="478"/>
          <ac:picMkLst>
            <pc:docMk/>
            <pc:sldMk cId="2751846816" sldId="292"/>
            <ac:picMk id="3" creationId="{D6B515FF-C93B-549B-E5FD-2659448D3105}"/>
          </ac:picMkLst>
        </pc:picChg>
        <pc:picChg chg="add mod">
          <ac:chgData name="sriram s" userId="1a598e83a068b4a8" providerId="LiveId" clId="{8C150BB2-9218-488B-B012-E3F261622E26}" dt="2026-05-07T16:50:27.146" v="1588" actId="1076"/>
          <ac:picMkLst>
            <pc:docMk/>
            <pc:sldMk cId="2751846816" sldId="292"/>
            <ac:picMk id="5" creationId="{097DDA9A-C25B-D95C-B6BB-F3188DF860FE}"/>
          </ac:picMkLst>
        </pc:picChg>
      </pc:sldChg>
      <pc:sldChg chg="addSp delSp modSp mod">
        <pc:chgData name="sriram s" userId="1a598e83a068b4a8" providerId="LiveId" clId="{8C150BB2-9218-488B-B012-E3F261622E26}" dt="2026-05-07T16:49:24.776" v="1576" actId="1076"/>
        <pc:sldMkLst>
          <pc:docMk/>
          <pc:sldMk cId="1811025528" sldId="293"/>
        </pc:sldMkLst>
        <pc:spChg chg="mod">
          <ac:chgData name="sriram s" userId="1a598e83a068b4a8" providerId="LiveId" clId="{8C150BB2-9218-488B-B012-E3F261622E26}" dt="2026-05-07T16:49:24.776" v="1576" actId="1076"/>
          <ac:spMkLst>
            <pc:docMk/>
            <pc:sldMk cId="1811025528" sldId="293"/>
            <ac:spMk id="2" creationId="{DDD9D3F0-B1EF-9FBC-183B-521E312D3637}"/>
          </ac:spMkLst>
        </pc:spChg>
        <pc:picChg chg="add mod">
          <ac:chgData name="sriram s" userId="1a598e83a068b4a8" providerId="LiveId" clId="{8C150BB2-9218-488B-B012-E3F261622E26}" dt="2026-05-07T16:49:22.260" v="1575" actId="1076"/>
          <ac:picMkLst>
            <pc:docMk/>
            <pc:sldMk cId="1811025528" sldId="293"/>
            <ac:picMk id="4" creationId="{015FD4C7-3F47-4017-B2F8-7319086C589C}"/>
          </ac:picMkLst>
        </pc:picChg>
        <pc:picChg chg="del">
          <ac:chgData name="sriram s" userId="1a598e83a068b4a8" providerId="LiveId" clId="{8C150BB2-9218-488B-B012-E3F261622E26}" dt="2026-05-07T16:49:02.775" v="1572" actId="478"/>
          <ac:picMkLst>
            <pc:docMk/>
            <pc:sldMk cId="1811025528" sldId="293"/>
            <ac:picMk id="5" creationId="{8172ECCF-3643-3771-D7D4-B65C1C1DE84D}"/>
          </ac:picMkLst>
        </pc:picChg>
      </pc:sldChg>
      <pc:sldChg chg="modSp mod">
        <pc:chgData name="sriram s" userId="1a598e83a068b4a8" providerId="LiveId" clId="{8C150BB2-9218-488B-B012-E3F261622E26}" dt="2026-05-07T16:48:59.660" v="1571" actId="1076"/>
        <pc:sldMkLst>
          <pc:docMk/>
          <pc:sldMk cId="3703724914" sldId="294"/>
        </pc:sldMkLst>
        <pc:spChg chg="mod">
          <ac:chgData name="sriram s" userId="1a598e83a068b4a8" providerId="LiveId" clId="{8C150BB2-9218-488B-B012-E3F261622E26}" dt="2026-05-07T16:48:59.660" v="1571" actId="1076"/>
          <ac:spMkLst>
            <pc:docMk/>
            <pc:sldMk cId="3703724914" sldId="294"/>
            <ac:spMk id="2" creationId="{4DA42108-3573-D7B6-AB2B-3A3E5A220281}"/>
          </ac:spMkLst>
        </pc:spChg>
      </pc:sldChg>
      <pc:sldChg chg="addSp delSp modSp mod setBg">
        <pc:chgData name="sriram s" userId="1a598e83a068b4a8" providerId="LiveId" clId="{8C150BB2-9218-488B-B012-E3F261622E26}" dt="2026-05-07T16:48:47.817" v="1570" actId="1076"/>
        <pc:sldMkLst>
          <pc:docMk/>
          <pc:sldMk cId="1936402084" sldId="296"/>
        </pc:sldMkLst>
        <pc:spChg chg="mod ord">
          <ac:chgData name="sriram s" userId="1a598e83a068b4a8" providerId="LiveId" clId="{8C150BB2-9218-488B-B012-E3F261622E26}" dt="2026-05-07T16:48:40.692" v="1566" actId="26606"/>
          <ac:spMkLst>
            <pc:docMk/>
            <pc:sldMk cId="1936402084" sldId="296"/>
            <ac:spMk id="2" creationId="{CCC2430A-3BB6-C3A6-F54F-8B2DAD251C3C}"/>
          </ac:spMkLst>
        </pc:spChg>
        <pc:spChg chg="add del">
          <ac:chgData name="sriram s" userId="1a598e83a068b4a8" providerId="LiveId" clId="{8C150BB2-9218-488B-B012-E3F261622E26}" dt="2026-05-07T16:48:33.221" v="1560" actId="26606"/>
          <ac:spMkLst>
            <pc:docMk/>
            <pc:sldMk cId="1936402084" sldId="296"/>
            <ac:spMk id="9" creationId="{E91DC736-0EF8-4F87-9146-EBF1D2EE4D3D}"/>
          </ac:spMkLst>
        </pc:spChg>
        <pc:spChg chg="add del">
          <ac:chgData name="sriram s" userId="1a598e83a068b4a8" providerId="LiveId" clId="{8C150BB2-9218-488B-B012-E3F261622E26}" dt="2026-05-07T16:48:33.221" v="1560" actId="26606"/>
          <ac:spMkLst>
            <pc:docMk/>
            <pc:sldMk cId="1936402084" sldId="296"/>
            <ac:spMk id="11" creationId="{097CD68E-23E3-4007-8847-CD0944C4F7BE}"/>
          </ac:spMkLst>
        </pc:spChg>
        <pc:spChg chg="add del">
          <ac:chgData name="sriram s" userId="1a598e83a068b4a8" providerId="LiveId" clId="{8C150BB2-9218-488B-B012-E3F261622E26}" dt="2026-05-07T16:48:33.221" v="1560" actId="26606"/>
          <ac:spMkLst>
            <pc:docMk/>
            <pc:sldMk cId="1936402084" sldId="296"/>
            <ac:spMk id="13" creationId="{AF2F604E-43BE-4DC3-B983-E071523364F8}"/>
          </ac:spMkLst>
        </pc:spChg>
        <pc:spChg chg="add del">
          <ac:chgData name="sriram s" userId="1a598e83a068b4a8" providerId="LiveId" clId="{8C150BB2-9218-488B-B012-E3F261622E26}" dt="2026-05-07T16:48:33.221" v="1560" actId="26606"/>
          <ac:spMkLst>
            <pc:docMk/>
            <pc:sldMk cId="1936402084" sldId="296"/>
            <ac:spMk id="15" creationId="{08C9B587-E65E-4B52-B37C-ABEBB6E87928}"/>
          </ac:spMkLst>
        </pc:spChg>
        <pc:spChg chg="add del">
          <ac:chgData name="sriram s" userId="1a598e83a068b4a8" providerId="LiveId" clId="{8C150BB2-9218-488B-B012-E3F261622E26}" dt="2026-05-07T16:48:34.809" v="1562" actId="26606"/>
          <ac:spMkLst>
            <pc:docMk/>
            <pc:sldMk cId="1936402084" sldId="296"/>
            <ac:spMk id="17" creationId="{D4771268-CB57-404A-9271-370EB28F6090}"/>
          </ac:spMkLst>
        </pc:spChg>
        <pc:spChg chg="add del">
          <ac:chgData name="sriram s" userId="1a598e83a068b4a8" providerId="LiveId" clId="{8C150BB2-9218-488B-B012-E3F261622E26}" dt="2026-05-07T16:48:36.508" v="1564" actId="26606"/>
          <ac:spMkLst>
            <pc:docMk/>
            <pc:sldMk cId="1936402084" sldId="296"/>
            <ac:spMk id="19" creationId="{53F29798-D584-4792-9B62-3F5F5C36D619}"/>
          </ac:spMkLst>
        </pc:spChg>
        <pc:spChg chg="add del">
          <ac:chgData name="sriram s" userId="1a598e83a068b4a8" providerId="LiveId" clId="{8C150BB2-9218-488B-B012-E3F261622E26}" dt="2026-05-07T16:48:40.692" v="1566" actId="26606"/>
          <ac:spMkLst>
            <pc:docMk/>
            <pc:sldMk cId="1936402084" sldId="296"/>
            <ac:spMk id="21" creationId="{0671A8AE-40A1-4631-A6B8-581AFF065482}"/>
          </ac:spMkLst>
        </pc:spChg>
        <pc:spChg chg="add del">
          <ac:chgData name="sriram s" userId="1a598e83a068b4a8" providerId="LiveId" clId="{8C150BB2-9218-488B-B012-E3F261622E26}" dt="2026-05-07T16:48:40.692" v="1566" actId="26606"/>
          <ac:spMkLst>
            <pc:docMk/>
            <pc:sldMk cId="1936402084" sldId="296"/>
            <ac:spMk id="22" creationId="{AB58EF07-17C2-48CF-ABB0-EEF1F17CB8F0}"/>
          </ac:spMkLst>
        </pc:spChg>
        <pc:spChg chg="add del">
          <ac:chgData name="sriram s" userId="1a598e83a068b4a8" providerId="LiveId" clId="{8C150BB2-9218-488B-B012-E3F261622E26}" dt="2026-05-07T16:48:40.692" v="1566" actId="26606"/>
          <ac:spMkLst>
            <pc:docMk/>
            <pc:sldMk cId="1936402084" sldId="296"/>
            <ac:spMk id="23" creationId="{AF2F604E-43BE-4DC3-B983-E071523364F8}"/>
          </ac:spMkLst>
        </pc:spChg>
        <pc:spChg chg="add del">
          <ac:chgData name="sriram s" userId="1a598e83a068b4a8" providerId="LiveId" clId="{8C150BB2-9218-488B-B012-E3F261622E26}" dt="2026-05-07T16:48:40.692" v="1566" actId="26606"/>
          <ac:spMkLst>
            <pc:docMk/>
            <pc:sldMk cId="1936402084" sldId="296"/>
            <ac:spMk id="24" creationId="{08C9B587-E65E-4B52-B37C-ABEBB6E87928}"/>
          </ac:spMkLst>
        </pc:spChg>
        <pc:picChg chg="add mod">
          <ac:chgData name="sriram s" userId="1a598e83a068b4a8" providerId="LiveId" clId="{8C150BB2-9218-488B-B012-E3F261622E26}" dt="2026-05-07T16:48:47.817" v="1570" actId="1076"/>
          <ac:picMkLst>
            <pc:docMk/>
            <pc:sldMk cId="1936402084" sldId="296"/>
            <ac:picMk id="4" creationId="{C248E696-30D2-A906-B8DA-7BA05E56DE47}"/>
          </ac:picMkLst>
        </pc:picChg>
        <pc:picChg chg="del">
          <ac:chgData name="sriram s" userId="1a598e83a068b4a8" providerId="LiveId" clId="{8C150BB2-9218-488B-B012-E3F261622E26}" dt="2026-05-07T16:48:05.009" v="1557" actId="478"/>
          <ac:picMkLst>
            <pc:docMk/>
            <pc:sldMk cId="1936402084" sldId="296"/>
            <ac:picMk id="5" creationId="{82D9CB93-BFCA-9866-50F3-F37F62D221F4}"/>
          </ac:picMkLst>
        </pc:picChg>
      </pc:sldChg>
      <pc:sldChg chg="modSp mod">
        <pc:chgData name="sriram s" userId="1a598e83a068b4a8" providerId="LiveId" clId="{8C150BB2-9218-488B-B012-E3F261622E26}" dt="2026-05-07T16:48:00.602" v="1556" actId="1076"/>
        <pc:sldMkLst>
          <pc:docMk/>
          <pc:sldMk cId="2611709286" sldId="297"/>
        </pc:sldMkLst>
        <pc:spChg chg="mod">
          <ac:chgData name="sriram s" userId="1a598e83a068b4a8" providerId="LiveId" clId="{8C150BB2-9218-488B-B012-E3F261622E26}" dt="2026-05-07T16:48:00.602" v="1556" actId="1076"/>
          <ac:spMkLst>
            <pc:docMk/>
            <pc:sldMk cId="2611709286" sldId="297"/>
            <ac:spMk id="2" creationId="{A9F32283-9EFE-65E2-DBE3-30583154A934}"/>
          </ac:spMkLst>
        </pc:spChg>
      </pc:sldChg>
      <pc:sldChg chg="addSp delSp modSp mod">
        <pc:chgData name="sriram s" userId="1a598e83a068b4a8" providerId="LiveId" clId="{8C150BB2-9218-488B-B012-E3F261622E26}" dt="2026-05-07T16:47:52.943" v="1555" actId="1076"/>
        <pc:sldMkLst>
          <pc:docMk/>
          <pc:sldMk cId="897921818" sldId="298"/>
        </pc:sldMkLst>
        <pc:spChg chg="mod">
          <ac:chgData name="sriram s" userId="1a598e83a068b4a8" providerId="LiveId" clId="{8C150BB2-9218-488B-B012-E3F261622E26}" dt="2026-05-07T16:47:52.943" v="1555" actId="1076"/>
          <ac:spMkLst>
            <pc:docMk/>
            <pc:sldMk cId="897921818" sldId="298"/>
            <ac:spMk id="2" creationId="{C9EDB2B6-27FD-1233-D075-F86BFA173896}"/>
          </ac:spMkLst>
        </pc:spChg>
        <pc:picChg chg="del">
          <ac:chgData name="sriram s" userId="1a598e83a068b4a8" providerId="LiveId" clId="{8C150BB2-9218-488B-B012-E3F261622E26}" dt="2026-05-07T16:47:31.920" v="1551" actId="478"/>
          <ac:picMkLst>
            <pc:docMk/>
            <pc:sldMk cId="897921818" sldId="298"/>
            <ac:picMk id="3" creationId="{DC5E327A-7622-096D-A941-A7BA40FA289B}"/>
          </ac:picMkLst>
        </pc:picChg>
        <pc:picChg chg="add mod">
          <ac:chgData name="sriram s" userId="1a598e83a068b4a8" providerId="LiveId" clId="{8C150BB2-9218-488B-B012-E3F261622E26}" dt="2026-05-07T16:47:49.283" v="1554" actId="1076"/>
          <ac:picMkLst>
            <pc:docMk/>
            <pc:sldMk cId="897921818" sldId="298"/>
            <ac:picMk id="5" creationId="{A3E8BE68-56A1-E097-E0A0-B9880C8071E6}"/>
          </ac:picMkLst>
        </pc:picChg>
      </pc:sldChg>
      <pc:sldChg chg="addSp delSp modSp mod">
        <pc:chgData name="sriram s" userId="1a598e83a068b4a8" providerId="LiveId" clId="{8C150BB2-9218-488B-B012-E3F261622E26}" dt="2026-05-07T16:46:59.923" v="1537" actId="1076"/>
        <pc:sldMkLst>
          <pc:docMk/>
          <pc:sldMk cId="764384528" sldId="299"/>
        </pc:sldMkLst>
        <pc:spChg chg="mod">
          <ac:chgData name="sriram s" userId="1a598e83a068b4a8" providerId="LiveId" clId="{8C150BB2-9218-488B-B012-E3F261622E26}" dt="2026-05-07T16:45:21.042" v="1532" actId="403"/>
          <ac:spMkLst>
            <pc:docMk/>
            <pc:sldMk cId="764384528" sldId="299"/>
            <ac:spMk id="2" creationId="{8AA6430B-4020-0856-0BC6-6B1ED7858D8C}"/>
          </ac:spMkLst>
        </pc:spChg>
        <pc:picChg chg="del">
          <ac:chgData name="sriram s" userId="1a598e83a068b4a8" providerId="LiveId" clId="{8C150BB2-9218-488B-B012-E3F261622E26}" dt="2026-05-07T16:45:09.716" v="1529" actId="478"/>
          <ac:picMkLst>
            <pc:docMk/>
            <pc:sldMk cId="764384528" sldId="299"/>
            <ac:picMk id="3" creationId="{803C0696-8B92-C43C-09B8-48EAF86057C2}"/>
          </ac:picMkLst>
        </pc:picChg>
        <pc:picChg chg="add mod">
          <ac:chgData name="sriram s" userId="1a598e83a068b4a8" providerId="LiveId" clId="{8C150BB2-9218-488B-B012-E3F261622E26}" dt="2026-05-07T16:46:59.923" v="1537" actId="1076"/>
          <ac:picMkLst>
            <pc:docMk/>
            <pc:sldMk cId="764384528" sldId="299"/>
            <ac:picMk id="5" creationId="{7617B072-B963-A5E8-281B-A30368B5E6A7}"/>
          </ac:picMkLst>
        </pc:picChg>
      </pc:sldChg>
      <pc:sldChg chg="addSp delSp modSp new mod">
        <pc:chgData name="sriram s" userId="1a598e83a068b4a8" providerId="LiveId" clId="{8C150BB2-9218-488B-B012-E3F261622E26}" dt="2026-05-07T16:51:25.451" v="1618" actId="1076"/>
        <pc:sldMkLst>
          <pc:docMk/>
          <pc:sldMk cId="1078712308" sldId="305"/>
        </pc:sldMkLst>
        <pc:spChg chg="mod">
          <ac:chgData name="sriram s" userId="1a598e83a068b4a8" providerId="LiveId" clId="{8C150BB2-9218-488B-B012-E3F261622E26}" dt="2026-05-07T16:51:25.451" v="1618" actId="1076"/>
          <ac:spMkLst>
            <pc:docMk/>
            <pc:sldMk cId="1078712308" sldId="305"/>
            <ac:spMk id="4" creationId="{296080A4-D396-939D-791A-F2CB16449197}"/>
          </ac:spMkLst>
        </pc:spChg>
        <pc:picChg chg="add mod">
          <ac:chgData name="sriram s" userId="1a598e83a068b4a8" providerId="LiveId" clId="{8C150BB2-9218-488B-B012-E3F261622E26}" dt="2026-05-07T16:51:16.941" v="1617" actId="14100"/>
          <ac:picMkLst>
            <pc:docMk/>
            <pc:sldMk cId="1078712308" sldId="305"/>
            <ac:picMk id="6" creationId="{9E8D7EFC-68D0-4D27-48CA-4430F69C1579}"/>
          </ac:picMkLst>
        </pc:picChg>
      </pc:sldChg>
      <pc:sldChg chg="modSp mod">
        <pc:chgData name="sriram s" userId="1a598e83a068b4a8" providerId="LiveId" clId="{8C150BB2-9218-488B-B012-E3F261622E26}" dt="2026-05-07T16:47:24.116" v="1549" actId="313"/>
        <pc:sldMkLst>
          <pc:docMk/>
          <pc:sldMk cId="2676667321" sldId="307"/>
        </pc:sldMkLst>
        <pc:spChg chg="mod">
          <ac:chgData name="sriram s" userId="1a598e83a068b4a8" providerId="LiveId" clId="{8C150BB2-9218-488B-B012-E3F261622E26}" dt="2026-05-07T16:47:24.116" v="1549" actId="313"/>
          <ac:spMkLst>
            <pc:docMk/>
            <pc:sldMk cId="2676667321" sldId="307"/>
            <ac:spMk id="2" creationId="{92B7EBF6-7EC8-B3D7-59EE-6FE584FE9B9F}"/>
          </ac:spMkLst>
        </pc:spChg>
        <pc:picChg chg="mod">
          <ac:chgData name="sriram s" userId="1a598e83a068b4a8" providerId="LiveId" clId="{8C150BB2-9218-488B-B012-E3F261622E26}" dt="2026-04-12T17:35:17.014" v="1272" actId="1076"/>
          <ac:picMkLst>
            <pc:docMk/>
            <pc:sldMk cId="2676667321" sldId="307"/>
            <ac:picMk id="6" creationId="{3DB5B323-3777-56B7-8151-9EC188E84305}"/>
          </ac:picMkLst>
        </pc:picChg>
      </pc:sldChg>
      <pc:sldChg chg="addSp modSp new">
        <pc:chgData name="sriram s" userId="1a598e83a068b4a8" providerId="LiveId" clId="{8C150BB2-9218-488B-B012-E3F261622E26}" dt="2026-04-12T17:36:12.172" v="1281"/>
        <pc:sldMkLst>
          <pc:docMk/>
          <pc:sldMk cId="3792545948" sldId="308"/>
        </pc:sldMkLst>
        <pc:spChg chg="add mod">
          <ac:chgData name="sriram s" userId="1a598e83a068b4a8" providerId="LiveId" clId="{8C150BB2-9218-488B-B012-E3F261622E26}" dt="2026-04-12T17:36:12.172" v="1281"/>
          <ac:spMkLst>
            <pc:docMk/>
            <pc:sldMk cId="3792545948" sldId="308"/>
            <ac:spMk id="3" creationId="{5CF25BCC-ECB9-9A87-E11D-EFE694C14B79}"/>
          </ac:spMkLst>
        </pc:spChg>
      </pc:sldChg>
      <pc:sldChg chg="addSp modSp new del">
        <pc:chgData name="sriram s" userId="1a598e83a068b4a8" providerId="LiveId" clId="{8C150BB2-9218-488B-B012-E3F261622E26}" dt="2026-05-07T16:38:55.944" v="1341" actId="680"/>
        <pc:sldMkLst>
          <pc:docMk/>
          <pc:sldMk cId="3168839439" sldId="309"/>
        </pc:sldMkLst>
        <pc:spChg chg="add mod">
          <ac:chgData name="sriram s" userId="1a598e83a068b4a8" providerId="LiveId" clId="{8C150BB2-9218-488B-B012-E3F261622E26}" dt="2026-05-07T16:38:50.819" v="1338"/>
          <ac:spMkLst>
            <pc:docMk/>
            <pc:sldMk cId="3168839439" sldId="309"/>
            <ac:spMk id="2" creationId="{584B9F57-3959-EED9-E2BC-9A5263B3495D}"/>
          </ac:spMkLst>
        </pc:spChg>
      </pc:sldChg>
      <pc:sldChg chg="addSp delSp modSp new del mod">
        <pc:chgData name="sriram s" userId="1a598e83a068b4a8" providerId="LiveId" clId="{8C150BB2-9218-488B-B012-E3F261622E26}" dt="2026-05-07T16:39:30.440" v="1347" actId="47"/>
        <pc:sldMkLst>
          <pc:docMk/>
          <pc:sldMk cId="3559496061" sldId="309"/>
        </pc:sldMkLst>
        <pc:spChg chg="add del mod">
          <ac:chgData name="sriram s" userId="1a598e83a068b4a8" providerId="LiveId" clId="{8C150BB2-9218-488B-B012-E3F261622E26}" dt="2026-05-07T16:39:13.917" v="1346"/>
          <ac:spMkLst>
            <pc:docMk/>
            <pc:sldMk cId="3559496061" sldId="309"/>
            <ac:spMk id="2" creationId="{F0FF2839-E321-873D-6318-3CFB71A8372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7EA98-2046-70A6-C120-2364AB488C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5A2148A-5608-819F-DDB3-98CEB94DEE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61F469D-4C68-B240-84E1-AFDDBD12E0A1}"/>
              </a:ext>
            </a:extLst>
          </p:cNvPr>
          <p:cNvSpPr>
            <a:spLocks noGrp="1"/>
          </p:cNvSpPr>
          <p:nvPr>
            <p:ph type="dt" sz="half" idx="10"/>
          </p:nvPr>
        </p:nvSpPr>
        <p:spPr/>
        <p:txBody>
          <a:bodyPr/>
          <a:lstStyle/>
          <a:p>
            <a:fld id="{8C377CCE-446A-4ADC-AA14-DD2E6A327FA4}" type="datetimeFigureOut">
              <a:rPr lang="en-US" smtClean="0"/>
              <a:t>5/7/2026</a:t>
            </a:fld>
            <a:endParaRPr lang="en-US"/>
          </a:p>
        </p:txBody>
      </p:sp>
      <p:sp>
        <p:nvSpPr>
          <p:cNvPr id="5" name="Footer Placeholder 4">
            <a:extLst>
              <a:ext uri="{FF2B5EF4-FFF2-40B4-BE49-F238E27FC236}">
                <a16:creationId xmlns:a16="http://schemas.microsoft.com/office/drawing/2014/main" id="{32F6B8E9-8540-D48F-458A-E0E01A9152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3571A7-7292-E85F-D1D1-7E7E3328B82B}"/>
              </a:ext>
            </a:extLst>
          </p:cNvPr>
          <p:cNvSpPr>
            <a:spLocks noGrp="1"/>
          </p:cNvSpPr>
          <p:nvPr>
            <p:ph type="sldNum" sz="quarter" idx="12"/>
          </p:nvPr>
        </p:nvSpPr>
        <p:spPr/>
        <p:txBody>
          <a:bodyPr/>
          <a:lstStyle/>
          <a:p>
            <a:fld id="{AD30CB3E-1365-4816-AF0C-282F37971A9B}" type="slidenum">
              <a:rPr lang="en-US" smtClean="0"/>
              <a:t>‹#›</a:t>
            </a:fld>
            <a:endParaRPr lang="en-US"/>
          </a:p>
        </p:txBody>
      </p:sp>
    </p:spTree>
    <p:extLst>
      <p:ext uri="{BB962C8B-B14F-4D97-AF65-F5344CB8AC3E}">
        <p14:creationId xmlns:p14="http://schemas.microsoft.com/office/powerpoint/2010/main" val="3292991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D33F0-8A19-2B01-6410-C9F4161D8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BCA15C-3CE0-74C0-CA99-A82BD4BC2F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FB4693-2B82-CCB9-3EC1-FA2AB6E8A59F}"/>
              </a:ext>
            </a:extLst>
          </p:cNvPr>
          <p:cNvSpPr>
            <a:spLocks noGrp="1"/>
          </p:cNvSpPr>
          <p:nvPr>
            <p:ph type="dt" sz="half" idx="10"/>
          </p:nvPr>
        </p:nvSpPr>
        <p:spPr/>
        <p:txBody>
          <a:bodyPr/>
          <a:lstStyle/>
          <a:p>
            <a:fld id="{8C377CCE-446A-4ADC-AA14-DD2E6A327FA4}" type="datetimeFigureOut">
              <a:rPr lang="en-US" smtClean="0"/>
              <a:t>5/7/2026</a:t>
            </a:fld>
            <a:endParaRPr lang="en-US"/>
          </a:p>
        </p:txBody>
      </p:sp>
      <p:sp>
        <p:nvSpPr>
          <p:cNvPr id="5" name="Footer Placeholder 4">
            <a:extLst>
              <a:ext uri="{FF2B5EF4-FFF2-40B4-BE49-F238E27FC236}">
                <a16:creationId xmlns:a16="http://schemas.microsoft.com/office/drawing/2014/main" id="{761C238E-500C-C476-3BE5-8C628661A6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69996D-89AE-5DB1-8CD8-052A73BB6285}"/>
              </a:ext>
            </a:extLst>
          </p:cNvPr>
          <p:cNvSpPr>
            <a:spLocks noGrp="1"/>
          </p:cNvSpPr>
          <p:nvPr>
            <p:ph type="sldNum" sz="quarter" idx="12"/>
          </p:nvPr>
        </p:nvSpPr>
        <p:spPr/>
        <p:txBody>
          <a:bodyPr/>
          <a:lstStyle/>
          <a:p>
            <a:fld id="{AD30CB3E-1365-4816-AF0C-282F37971A9B}" type="slidenum">
              <a:rPr lang="en-US" smtClean="0"/>
              <a:t>‹#›</a:t>
            </a:fld>
            <a:endParaRPr lang="en-US"/>
          </a:p>
        </p:txBody>
      </p:sp>
    </p:spTree>
    <p:extLst>
      <p:ext uri="{BB962C8B-B14F-4D97-AF65-F5344CB8AC3E}">
        <p14:creationId xmlns:p14="http://schemas.microsoft.com/office/powerpoint/2010/main" val="753085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85C10-8DE8-3EAC-19BB-55F26950FA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E9B0AE-6C51-C45C-08BF-14DF1AF1F6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2FC9AB-F7E3-8A1C-DBE6-6817DCF735CB}"/>
              </a:ext>
            </a:extLst>
          </p:cNvPr>
          <p:cNvSpPr>
            <a:spLocks noGrp="1"/>
          </p:cNvSpPr>
          <p:nvPr>
            <p:ph type="dt" sz="half" idx="10"/>
          </p:nvPr>
        </p:nvSpPr>
        <p:spPr/>
        <p:txBody>
          <a:bodyPr/>
          <a:lstStyle/>
          <a:p>
            <a:fld id="{8C377CCE-446A-4ADC-AA14-DD2E6A327FA4}" type="datetimeFigureOut">
              <a:rPr lang="en-US" smtClean="0"/>
              <a:t>5/7/2026</a:t>
            </a:fld>
            <a:endParaRPr lang="en-US"/>
          </a:p>
        </p:txBody>
      </p:sp>
      <p:sp>
        <p:nvSpPr>
          <p:cNvPr id="5" name="Footer Placeholder 4">
            <a:extLst>
              <a:ext uri="{FF2B5EF4-FFF2-40B4-BE49-F238E27FC236}">
                <a16:creationId xmlns:a16="http://schemas.microsoft.com/office/drawing/2014/main" id="{56998132-7DD5-32BE-1A4E-F2657FC5FE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7EAC5-96CD-F4F1-DD81-71BC835102CA}"/>
              </a:ext>
            </a:extLst>
          </p:cNvPr>
          <p:cNvSpPr>
            <a:spLocks noGrp="1"/>
          </p:cNvSpPr>
          <p:nvPr>
            <p:ph type="sldNum" sz="quarter" idx="12"/>
          </p:nvPr>
        </p:nvSpPr>
        <p:spPr/>
        <p:txBody>
          <a:bodyPr/>
          <a:lstStyle/>
          <a:p>
            <a:fld id="{AD30CB3E-1365-4816-AF0C-282F37971A9B}" type="slidenum">
              <a:rPr lang="en-US" smtClean="0"/>
              <a:t>‹#›</a:t>
            </a:fld>
            <a:endParaRPr lang="en-US"/>
          </a:p>
        </p:txBody>
      </p:sp>
    </p:spTree>
    <p:extLst>
      <p:ext uri="{BB962C8B-B14F-4D97-AF65-F5344CB8AC3E}">
        <p14:creationId xmlns:p14="http://schemas.microsoft.com/office/powerpoint/2010/main" val="3579745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45E1F-8DEE-D944-5B43-F37D8DBCFC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AEDF63-D1A1-4E4D-8D00-23FBBFD48E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AC9E3E-1F9A-5052-5A77-5CE174D053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9EEED1-F7FE-9BA5-46F8-959FEC660371}"/>
              </a:ext>
            </a:extLst>
          </p:cNvPr>
          <p:cNvSpPr>
            <a:spLocks noGrp="1"/>
          </p:cNvSpPr>
          <p:nvPr>
            <p:ph type="dt" sz="half" idx="10"/>
          </p:nvPr>
        </p:nvSpPr>
        <p:spPr/>
        <p:txBody>
          <a:bodyPr/>
          <a:lstStyle/>
          <a:p>
            <a:fld id="{8C377CCE-446A-4ADC-AA14-DD2E6A327FA4}" type="datetimeFigureOut">
              <a:rPr lang="en-US" smtClean="0"/>
              <a:t>5/7/2026</a:t>
            </a:fld>
            <a:endParaRPr lang="en-US"/>
          </a:p>
        </p:txBody>
      </p:sp>
      <p:sp>
        <p:nvSpPr>
          <p:cNvPr id="6" name="Footer Placeholder 5">
            <a:extLst>
              <a:ext uri="{FF2B5EF4-FFF2-40B4-BE49-F238E27FC236}">
                <a16:creationId xmlns:a16="http://schemas.microsoft.com/office/drawing/2014/main" id="{567EEE25-EE65-E778-E5E2-9AE373332A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9C1262-EA46-47F5-3FCA-A67581D51D62}"/>
              </a:ext>
            </a:extLst>
          </p:cNvPr>
          <p:cNvSpPr>
            <a:spLocks noGrp="1"/>
          </p:cNvSpPr>
          <p:nvPr>
            <p:ph type="sldNum" sz="quarter" idx="12"/>
          </p:nvPr>
        </p:nvSpPr>
        <p:spPr/>
        <p:txBody>
          <a:bodyPr/>
          <a:lstStyle/>
          <a:p>
            <a:fld id="{AD30CB3E-1365-4816-AF0C-282F37971A9B}" type="slidenum">
              <a:rPr lang="en-US" smtClean="0"/>
              <a:t>‹#›</a:t>
            </a:fld>
            <a:endParaRPr lang="en-US"/>
          </a:p>
        </p:txBody>
      </p:sp>
    </p:spTree>
    <p:extLst>
      <p:ext uri="{BB962C8B-B14F-4D97-AF65-F5344CB8AC3E}">
        <p14:creationId xmlns:p14="http://schemas.microsoft.com/office/powerpoint/2010/main" val="2331621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78A2A-E1DF-D794-BE0C-082E7D0720C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F6F0DFB-F338-91B1-9993-4531E8B820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B95763-289E-95F3-A5F6-7D6C9993F3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C0933ED-E6B5-840B-0DE9-116B7D8884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CAD535-5811-4C9B-7424-DD0D602A4A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1D7AC1-AA90-2241-40DB-92ADE1B5A510}"/>
              </a:ext>
            </a:extLst>
          </p:cNvPr>
          <p:cNvSpPr>
            <a:spLocks noGrp="1"/>
          </p:cNvSpPr>
          <p:nvPr>
            <p:ph type="dt" sz="half" idx="10"/>
          </p:nvPr>
        </p:nvSpPr>
        <p:spPr/>
        <p:txBody>
          <a:bodyPr/>
          <a:lstStyle/>
          <a:p>
            <a:fld id="{8C377CCE-446A-4ADC-AA14-DD2E6A327FA4}" type="datetimeFigureOut">
              <a:rPr lang="en-US" smtClean="0"/>
              <a:t>5/7/2026</a:t>
            </a:fld>
            <a:endParaRPr lang="en-US"/>
          </a:p>
        </p:txBody>
      </p:sp>
      <p:sp>
        <p:nvSpPr>
          <p:cNvPr id="8" name="Footer Placeholder 7">
            <a:extLst>
              <a:ext uri="{FF2B5EF4-FFF2-40B4-BE49-F238E27FC236}">
                <a16:creationId xmlns:a16="http://schemas.microsoft.com/office/drawing/2014/main" id="{DCB67D25-433C-59EC-C003-2E188286223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6B856E3-4150-2919-8FE6-8FAA73FE27E6}"/>
              </a:ext>
            </a:extLst>
          </p:cNvPr>
          <p:cNvSpPr>
            <a:spLocks noGrp="1"/>
          </p:cNvSpPr>
          <p:nvPr>
            <p:ph type="sldNum" sz="quarter" idx="12"/>
          </p:nvPr>
        </p:nvSpPr>
        <p:spPr/>
        <p:txBody>
          <a:bodyPr/>
          <a:lstStyle/>
          <a:p>
            <a:fld id="{AD30CB3E-1365-4816-AF0C-282F37971A9B}" type="slidenum">
              <a:rPr lang="en-US" smtClean="0"/>
              <a:t>‹#›</a:t>
            </a:fld>
            <a:endParaRPr lang="en-US"/>
          </a:p>
        </p:txBody>
      </p:sp>
    </p:spTree>
    <p:extLst>
      <p:ext uri="{BB962C8B-B14F-4D97-AF65-F5344CB8AC3E}">
        <p14:creationId xmlns:p14="http://schemas.microsoft.com/office/powerpoint/2010/main" val="2383208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AAC40-AABC-2853-5345-1863C47D4F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908A272-C03C-9A45-94D0-CF1E28E1130B}"/>
              </a:ext>
            </a:extLst>
          </p:cNvPr>
          <p:cNvSpPr>
            <a:spLocks noGrp="1"/>
          </p:cNvSpPr>
          <p:nvPr>
            <p:ph type="dt" sz="half" idx="10"/>
          </p:nvPr>
        </p:nvSpPr>
        <p:spPr/>
        <p:txBody>
          <a:bodyPr/>
          <a:lstStyle/>
          <a:p>
            <a:fld id="{8C377CCE-446A-4ADC-AA14-DD2E6A327FA4}" type="datetimeFigureOut">
              <a:rPr lang="en-US" smtClean="0"/>
              <a:t>5/7/2026</a:t>
            </a:fld>
            <a:endParaRPr lang="en-US"/>
          </a:p>
        </p:txBody>
      </p:sp>
      <p:sp>
        <p:nvSpPr>
          <p:cNvPr id="4" name="Footer Placeholder 3">
            <a:extLst>
              <a:ext uri="{FF2B5EF4-FFF2-40B4-BE49-F238E27FC236}">
                <a16:creationId xmlns:a16="http://schemas.microsoft.com/office/drawing/2014/main" id="{7B1E55AB-2E6C-EAF6-6644-E466075D9F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10C19FA-CACF-4278-8264-0A531F77CCCE}"/>
              </a:ext>
            </a:extLst>
          </p:cNvPr>
          <p:cNvSpPr>
            <a:spLocks noGrp="1"/>
          </p:cNvSpPr>
          <p:nvPr>
            <p:ph type="sldNum" sz="quarter" idx="12"/>
          </p:nvPr>
        </p:nvSpPr>
        <p:spPr/>
        <p:txBody>
          <a:bodyPr/>
          <a:lstStyle/>
          <a:p>
            <a:fld id="{AD30CB3E-1365-4816-AF0C-282F37971A9B}" type="slidenum">
              <a:rPr lang="en-US" smtClean="0"/>
              <a:t>‹#›</a:t>
            </a:fld>
            <a:endParaRPr lang="en-US"/>
          </a:p>
        </p:txBody>
      </p:sp>
    </p:spTree>
    <p:extLst>
      <p:ext uri="{BB962C8B-B14F-4D97-AF65-F5344CB8AC3E}">
        <p14:creationId xmlns:p14="http://schemas.microsoft.com/office/powerpoint/2010/main" val="628503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B56765-1FDA-AC88-DE65-24C139538F1C}"/>
              </a:ext>
            </a:extLst>
          </p:cNvPr>
          <p:cNvSpPr>
            <a:spLocks noGrp="1"/>
          </p:cNvSpPr>
          <p:nvPr>
            <p:ph type="dt" sz="half" idx="10"/>
          </p:nvPr>
        </p:nvSpPr>
        <p:spPr/>
        <p:txBody>
          <a:bodyPr/>
          <a:lstStyle/>
          <a:p>
            <a:fld id="{8C377CCE-446A-4ADC-AA14-DD2E6A327FA4}" type="datetimeFigureOut">
              <a:rPr lang="en-US" smtClean="0"/>
              <a:t>5/7/2026</a:t>
            </a:fld>
            <a:endParaRPr lang="en-US"/>
          </a:p>
        </p:txBody>
      </p:sp>
      <p:sp>
        <p:nvSpPr>
          <p:cNvPr id="3" name="Footer Placeholder 2">
            <a:extLst>
              <a:ext uri="{FF2B5EF4-FFF2-40B4-BE49-F238E27FC236}">
                <a16:creationId xmlns:a16="http://schemas.microsoft.com/office/drawing/2014/main" id="{0E56B944-FC1F-9D40-EA2A-55B680DC82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602AD2-F757-48CF-AD62-527A524AC21F}"/>
              </a:ext>
            </a:extLst>
          </p:cNvPr>
          <p:cNvSpPr>
            <a:spLocks noGrp="1"/>
          </p:cNvSpPr>
          <p:nvPr>
            <p:ph type="sldNum" sz="quarter" idx="12"/>
          </p:nvPr>
        </p:nvSpPr>
        <p:spPr/>
        <p:txBody>
          <a:bodyPr/>
          <a:lstStyle/>
          <a:p>
            <a:fld id="{AD30CB3E-1365-4816-AF0C-282F37971A9B}" type="slidenum">
              <a:rPr lang="en-US" smtClean="0"/>
              <a:t>‹#›</a:t>
            </a:fld>
            <a:endParaRPr lang="en-US"/>
          </a:p>
        </p:txBody>
      </p:sp>
    </p:spTree>
    <p:extLst>
      <p:ext uri="{BB962C8B-B14F-4D97-AF65-F5344CB8AC3E}">
        <p14:creationId xmlns:p14="http://schemas.microsoft.com/office/powerpoint/2010/main" val="1933465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930F4-ACEB-FB01-57C1-54901EC382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E9145E-6148-F9D3-3DD5-FDAE93466A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32CD64-F099-8447-0E3C-270015A725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9D19F5-98F9-D3CF-0384-DD69CC0A92AA}"/>
              </a:ext>
            </a:extLst>
          </p:cNvPr>
          <p:cNvSpPr>
            <a:spLocks noGrp="1"/>
          </p:cNvSpPr>
          <p:nvPr>
            <p:ph type="dt" sz="half" idx="10"/>
          </p:nvPr>
        </p:nvSpPr>
        <p:spPr/>
        <p:txBody>
          <a:bodyPr/>
          <a:lstStyle/>
          <a:p>
            <a:fld id="{8C377CCE-446A-4ADC-AA14-DD2E6A327FA4}" type="datetimeFigureOut">
              <a:rPr lang="en-US" smtClean="0"/>
              <a:t>5/7/2026</a:t>
            </a:fld>
            <a:endParaRPr lang="en-US"/>
          </a:p>
        </p:txBody>
      </p:sp>
      <p:sp>
        <p:nvSpPr>
          <p:cNvPr id="6" name="Footer Placeholder 5">
            <a:extLst>
              <a:ext uri="{FF2B5EF4-FFF2-40B4-BE49-F238E27FC236}">
                <a16:creationId xmlns:a16="http://schemas.microsoft.com/office/drawing/2014/main" id="{34937226-F18F-B1DC-9CD2-6D3B536C1E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A74EAD-B98D-E68D-8236-247F7972C04C}"/>
              </a:ext>
            </a:extLst>
          </p:cNvPr>
          <p:cNvSpPr>
            <a:spLocks noGrp="1"/>
          </p:cNvSpPr>
          <p:nvPr>
            <p:ph type="sldNum" sz="quarter" idx="12"/>
          </p:nvPr>
        </p:nvSpPr>
        <p:spPr/>
        <p:txBody>
          <a:bodyPr/>
          <a:lstStyle/>
          <a:p>
            <a:fld id="{AD30CB3E-1365-4816-AF0C-282F37971A9B}" type="slidenum">
              <a:rPr lang="en-US" smtClean="0"/>
              <a:t>‹#›</a:t>
            </a:fld>
            <a:endParaRPr lang="en-US"/>
          </a:p>
        </p:txBody>
      </p:sp>
    </p:spTree>
    <p:extLst>
      <p:ext uri="{BB962C8B-B14F-4D97-AF65-F5344CB8AC3E}">
        <p14:creationId xmlns:p14="http://schemas.microsoft.com/office/powerpoint/2010/main" val="2698843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1B38F-738D-247B-ECF2-6C54E24297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B90140C-AE7B-ADF3-A192-55B71406DF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8A3E91-7EC3-02CD-58F3-195641A17A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1446C3-04BD-F6D5-6436-39C989C69FF5}"/>
              </a:ext>
            </a:extLst>
          </p:cNvPr>
          <p:cNvSpPr>
            <a:spLocks noGrp="1"/>
          </p:cNvSpPr>
          <p:nvPr>
            <p:ph type="dt" sz="half" idx="10"/>
          </p:nvPr>
        </p:nvSpPr>
        <p:spPr/>
        <p:txBody>
          <a:bodyPr/>
          <a:lstStyle/>
          <a:p>
            <a:fld id="{8C377CCE-446A-4ADC-AA14-DD2E6A327FA4}" type="datetimeFigureOut">
              <a:rPr lang="en-US" smtClean="0"/>
              <a:t>5/7/2026</a:t>
            </a:fld>
            <a:endParaRPr lang="en-US"/>
          </a:p>
        </p:txBody>
      </p:sp>
      <p:sp>
        <p:nvSpPr>
          <p:cNvPr id="6" name="Footer Placeholder 5">
            <a:extLst>
              <a:ext uri="{FF2B5EF4-FFF2-40B4-BE49-F238E27FC236}">
                <a16:creationId xmlns:a16="http://schemas.microsoft.com/office/drawing/2014/main" id="{BD91A97E-3519-F3FE-6595-DA6FCD5B70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7D30FC-6CE3-E36A-68F4-B53AD8582D94}"/>
              </a:ext>
            </a:extLst>
          </p:cNvPr>
          <p:cNvSpPr>
            <a:spLocks noGrp="1"/>
          </p:cNvSpPr>
          <p:nvPr>
            <p:ph type="sldNum" sz="quarter" idx="12"/>
          </p:nvPr>
        </p:nvSpPr>
        <p:spPr/>
        <p:txBody>
          <a:bodyPr/>
          <a:lstStyle/>
          <a:p>
            <a:fld id="{AD30CB3E-1365-4816-AF0C-282F37971A9B}" type="slidenum">
              <a:rPr lang="en-US" smtClean="0"/>
              <a:t>‹#›</a:t>
            </a:fld>
            <a:endParaRPr lang="en-US"/>
          </a:p>
        </p:txBody>
      </p:sp>
    </p:spTree>
    <p:extLst>
      <p:ext uri="{BB962C8B-B14F-4D97-AF65-F5344CB8AC3E}">
        <p14:creationId xmlns:p14="http://schemas.microsoft.com/office/powerpoint/2010/main" val="2008116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48921-E5C1-029C-CE1B-10773186AB4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D34D3-A17E-F469-34C1-C299E11A10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88FDD0-EA46-F62D-ACC0-55870510B8F8}"/>
              </a:ext>
            </a:extLst>
          </p:cNvPr>
          <p:cNvSpPr>
            <a:spLocks noGrp="1"/>
          </p:cNvSpPr>
          <p:nvPr>
            <p:ph type="dt" sz="half" idx="10"/>
          </p:nvPr>
        </p:nvSpPr>
        <p:spPr/>
        <p:txBody>
          <a:bodyPr/>
          <a:lstStyle/>
          <a:p>
            <a:fld id="{8C377CCE-446A-4ADC-AA14-DD2E6A327FA4}" type="datetimeFigureOut">
              <a:rPr lang="en-US" smtClean="0"/>
              <a:t>5/7/2026</a:t>
            </a:fld>
            <a:endParaRPr lang="en-US"/>
          </a:p>
        </p:txBody>
      </p:sp>
      <p:sp>
        <p:nvSpPr>
          <p:cNvPr id="5" name="Footer Placeholder 4">
            <a:extLst>
              <a:ext uri="{FF2B5EF4-FFF2-40B4-BE49-F238E27FC236}">
                <a16:creationId xmlns:a16="http://schemas.microsoft.com/office/drawing/2014/main" id="{EE2271FE-5F63-D31B-30F7-9C8EF0353E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1F313E-8725-57A8-3282-D392BB02C9A9}"/>
              </a:ext>
            </a:extLst>
          </p:cNvPr>
          <p:cNvSpPr>
            <a:spLocks noGrp="1"/>
          </p:cNvSpPr>
          <p:nvPr>
            <p:ph type="sldNum" sz="quarter" idx="12"/>
          </p:nvPr>
        </p:nvSpPr>
        <p:spPr/>
        <p:txBody>
          <a:bodyPr/>
          <a:lstStyle/>
          <a:p>
            <a:fld id="{AD30CB3E-1365-4816-AF0C-282F37971A9B}" type="slidenum">
              <a:rPr lang="en-US" smtClean="0"/>
              <a:t>‹#›</a:t>
            </a:fld>
            <a:endParaRPr lang="en-US"/>
          </a:p>
        </p:txBody>
      </p:sp>
    </p:spTree>
    <p:extLst>
      <p:ext uri="{BB962C8B-B14F-4D97-AF65-F5344CB8AC3E}">
        <p14:creationId xmlns:p14="http://schemas.microsoft.com/office/powerpoint/2010/main" val="2493531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C565B5-EF8D-AE11-182C-D47A02EF34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961DC1-37AC-1744-339B-086646C728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8C19DC-C7DD-1ADD-6565-E5F2199235DD}"/>
              </a:ext>
            </a:extLst>
          </p:cNvPr>
          <p:cNvSpPr>
            <a:spLocks noGrp="1"/>
          </p:cNvSpPr>
          <p:nvPr>
            <p:ph type="dt" sz="half" idx="10"/>
          </p:nvPr>
        </p:nvSpPr>
        <p:spPr/>
        <p:txBody>
          <a:bodyPr/>
          <a:lstStyle/>
          <a:p>
            <a:fld id="{8C377CCE-446A-4ADC-AA14-DD2E6A327FA4}" type="datetimeFigureOut">
              <a:rPr lang="en-US" smtClean="0"/>
              <a:t>5/7/2026</a:t>
            </a:fld>
            <a:endParaRPr lang="en-US"/>
          </a:p>
        </p:txBody>
      </p:sp>
      <p:sp>
        <p:nvSpPr>
          <p:cNvPr id="5" name="Footer Placeholder 4">
            <a:extLst>
              <a:ext uri="{FF2B5EF4-FFF2-40B4-BE49-F238E27FC236}">
                <a16:creationId xmlns:a16="http://schemas.microsoft.com/office/drawing/2014/main" id="{BC445F20-F047-95E2-7880-6BC8016264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1CE5B-6C2B-D87A-2F47-9B9030B7E26F}"/>
              </a:ext>
            </a:extLst>
          </p:cNvPr>
          <p:cNvSpPr>
            <a:spLocks noGrp="1"/>
          </p:cNvSpPr>
          <p:nvPr>
            <p:ph type="sldNum" sz="quarter" idx="12"/>
          </p:nvPr>
        </p:nvSpPr>
        <p:spPr/>
        <p:txBody>
          <a:bodyPr/>
          <a:lstStyle/>
          <a:p>
            <a:fld id="{AD30CB3E-1365-4816-AF0C-282F37971A9B}" type="slidenum">
              <a:rPr lang="en-US" smtClean="0"/>
              <a:t>‹#›</a:t>
            </a:fld>
            <a:endParaRPr lang="en-US"/>
          </a:p>
        </p:txBody>
      </p:sp>
    </p:spTree>
    <p:extLst>
      <p:ext uri="{BB962C8B-B14F-4D97-AF65-F5344CB8AC3E}">
        <p14:creationId xmlns:p14="http://schemas.microsoft.com/office/powerpoint/2010/main" val="2956579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67B43D-6131-50C5-B820-08BE672396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BFBF21-A698-B5CE-CA1E-1773D7B5C4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FF3EA6-989B-4DC1-750B-6A3F71F5B9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377CCE-446A-4ADC-AA14-DD2E6A327FA4}" type="datetimeFigureOut">
              <a:rPr lang="en-US" smtClean="0"/>
              <a:t>5/7/2026</a:t>
            </a:fld>
            <a:endParaRPr lang="en-US"/>
          </a:p>
        </p:txBody>
      </p:sp>
      <p:sp>
        <p:nvSpPr>
          <p:cNvPr id="5" name="Footer Placeholder 4">
            <a:extLst>
              <a:ext uri="{FF2B5EF4-FFF2-40B4-BE49-F238E27FC236}">
                <a16:creationId xmlns:a16="http://schemas.microsoft.com/office/drawing/2014/main" id="{08979FC1-964B-7EBC-EB8F-1ABD35BAB4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80A797C-BAEE-04F6-E8DD-C336056623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30CB3E-1365-4816-AF0C-282F37971A9B}" type="slidenum">
              <a:rPr lang="en-US" smtClean="0"/>
              <a:t>‹#›</a:t>
            </a:fld>
            <a:endParaRPr lang="en-US"/>
          </a:p>
        </p:txBody>
      </p:sp>
    </p:spTree>
    <p:extLst>
      <p:ext uri="{BB962C8B-B14F-4D97-AF65-F5344CB8AC3E}">
        <p14:creationId xmlns:p14="http://schemas.microsoft.com/office/powerpoint/2010/main" val="2172566788"/>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 id="2147483810" r:id="rId10"/>
    <p:sldLayoutId id="214748381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6F1BC-74B1-4CEB-A593-7D7412ED3C64}"/>
              </a:ext>
            </a:extLst>
          </p:cNvPr>
          <p:cNvSpPr>
            <a:spLocks noGrp="1"/>
          </p:cNvSpPr>
          <p:nvPr>
            <p:ph type="ctrTitle"/>
          </p:nvPr>
        </p:nvSpPr>
        <p:spPr>
          <a:xfrm>
            <a:off x="1429039" y="-212580"/>
            <a:ext cx="9729210" cy="2100649"/>
          </a:xfrm>
        </p:spPr>
        <p:txBody>
          <a:bodyPr>
            <a:noAutofit/>
          </a:bodyPr>
          <a:lstStyle/>
          <a:p>
            <a:r>
              <a:rPr lang="en-US" sz="2800" dirty="0">
                <a:latin typeface="Renfrew" panose="020B7200000000000000" pitchFamily="34" charset="0"/>
                <a:cs typeface="Times New Roman" panose="02020603050405020304" pitchFamily="18" charset="0"/>
              </a:rPr>
              <a:t>V. R. S. College of Engineering and Technology</a:t>
            </a:r>
            <a:br>
              <a:rPr lang="en-US" sz="2000" dirty="0">
                <a:latin typeface="Renfrew" panose="020B7200000000000000" pitchFamily="34" charset="0"/>
                <a:cs typeface="Times New Roman" panose="02020603050405020304" pitchFamily="18" charset="0"/>
              </a:rPr>
            </a:br>
            <a:r>
              <a:rPr lang="en-US" sz="2000" dirty="0">
                <a:latin typeface="Renfrew" panose="020B7200000000000000" pitchFamily="34" charset="0"/>
                <a:ea typeface="+mj-lt"/>
                <a:cs typeface="Times New Roman" panose="02020603050405020304" pitchFamily="18" charset="0"/>
              </a:rPr>
              <a:t>Arasur-607107, Villupuram District</a:t>
            </a:r>
            <a:br>
              <a:rPr lang="en-US" sz="2000" dirty="0">
                <a:latin typeface="Renfrew" panose="020B7200000000000000" pitchFamily="34" charset="0"/>
                <a:cs typeface="Times New Roman" panose="02020603050405020304" pitchFamily="18" charset="0"/>
              </a:rPr>
            </a:br>
            <a:r>
              <a:rPr lang="en-US" sz="2000" dirty="0">
                <a:latin typeface="Renfrew" panose="020B7200000000000000" pitchFamily="34" charset="0"/>
                <a:ea typeface="+mj-lt"/>
                <a:cs typeface="Times New Roman" panose="02020603050405020304" pitchFamily="18" charset="0"/>
              </a:rPr>
              <a:t>(Reaccredited by NAAC and An ISO 9001:2008 Recertified Institution)</a:t>
            </a:r>
            <a:br>
              <a:rPr lang="en-US" sz="2000" dirty="0">
                <a:latin typeface="Renfrew" panose="020B7200000000000000" pitchFamily="34" charset="0"/>
                <a:ea typeface="+mj-lt"/>
                <a:cs typeface="Times New Roman" panose="02020603050405020304" pitchFamily="18" charset="0"/>
              </a:rPr>
            </a:br>
            <a:br>
              <a:rPr lang="en-US" sz="2000" dirty="0">
                <a:latin typeface="Renfrew" panose="020B7200000000000000" pitchFamily="34" charset="0"/>
                <a:ea typeface="+mj-lt"/>
                <a:cs typeface="Times New Roman" panose="02020603050405020304" pitchFamily="18" charset="0"/>
              </a:rPr>
            </a:br>
            <a:endParaRPr lang="en-US" sz="2000" dirty="0">
              <a:latin typeface="Renfrew" panose="020B7200000000000000" pitchFamily="34" charset="0"/>
            </a:endParaRPr>
          </a:p>
        </p:txBody>
      </p:sp>
      <p:sp>
        <p:nvSpPr>
          <p:cNvPr id="3" name="Subtitle 2">
            <a:extLst>
              <a:ext uri="{FF2B5EF4-FFF2-40B4-BE49-F238E27FC236}">
                <a16:creationId xmlns:a16="http://schemas.microsoft.com/office/drawing/2014/main" id="{7420EC67-AA21-47C5-9C17-0178DFF447F1}"/>
              </a:ext>
            </a:extLst>
          </p:cNvPr>
          <p:cNvSpPr>
            <a:spLocks noGrp="1"/>
          </p:cNvSpPr>
          <p:nvPr>
            <p:ph type="subTitle" idx="1"/>
          </p:nvPr>
        </p:nvSpPr>
        <p:spPr>
          <a:xfrm>
            <a:off x="0" y="1884886"/>
            <a:ext cx="12192000" cy="4759216"/>
          </a:xfrm>
        </p:spPr>
        <p:txBody>
          <a:bodyPr>
            <a:normAutofit/>
          </a:bodyPr>
          <a:lstStyle/>
          <a:p>
            <a:r>
              <a:rPr lang="en-US" sz="2800" b="1" dirty="0">
                <a:latin typeface="Times New Roman" panose="02020603050405020304" pitchFamily="18" charset="0"/>
                <a:ea typeface="+mn-lt"/>
                <a:cs typeface="Times New Roman" panose="02020603050405020304" pitchFamily="18" charset="0"/>
              </a:rPr>
              <a:t>DEPARTMENT OF COMPUTER SCIENCE AND ENGINEERING</a:t>
            </a:r>
          </a:p>
          <a:p>
            <a:pPr algn="l">
              <a:spcAft>
                <a:spcPts val="50"/>
              </a:spcAft>
            </a:pPr>
            <a:r>
              <a:rPr lang="en-US" sz="1800" b="1" dirty="0">
                <a:latin typeface="Times New Roman" panose="02020603050405020304" pitchFamily="18" charset="0"/>
                <a:cs typeface="Times New Roman" panose="02020603050405020304" pitchFamily="18" charset="0"/>
              </a:rPr>
              <a:t>		NEIGHBOURGUARD: </a:t>
            </a:r>
            <a:r>
              <a:rPr lang="en-US" sz="1800" dirty="0">
                <a:latin typeface="Times New Roman" panose="02020603050405020304" pitchFamily="18" charset="0"/>
                <a:cs typeface="Times New Roman" panose="02020603050405020304" pitchFamily="18" charset="0"/>
              </a:rPr>
              <a:t>SMART HAZARD REPORTING &amp; RESPONSE SYSTEM</a:t>
            </a:r>
          </a:p>
          <a:p>
            <a:pPr algn="l">
              <a:spcAft>
                <a:spcPts val="50"/>
              </a:spcAft>
            </a:pPr>
            <a:r>
              <a:rPr lang="en-US" sz="1800" b="1" kern="0" dirty="0">
                <a:latin typeface="Times New Roman" panose="02020603050405020304" pitchFamily="18" charset="0"/>
                <a:ea typeface="Times New Roman" panose="02020603050405020304" pitchFamily="18" charset="0"/>
              </a:rPr>
              <a:t>					    FINAL </a:t>
            </a:r>
            <a:r>
              <a:rPr lang="en-US" sz="1800" b="1" kern="0" dirty="0">
                <a:effectLst/>
                <a:latin typeface="Times New Roman" panose="02020603050405020304" pitchFamily="18" charset="0"/>
                <a:ea typeface="Times New Roman" panose="02020603050405020304" pitchFamily="18" charset="0"/>
              </a:rPr>
              <a:t>REVIEW</a:t>
            </a:r>
          </a:p>
          <a:p>
            <a:pPr marL="184785" marR="208915" algn="ctr">
              <a:spcBef>
                <a:spcPts val="1235"/>
              </a:spcBef>
              <a:spcAft>
                <a:spcPts val="0"/>
              </a:spcAft>
            </a:pPr>
            <a:r>
              <a:rPr lang="en-US"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PRESENTED BY,                                                          UNDER THE GUIDENCE,</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a:t>
            </a:r>
          </a:p>
          <a:p>
            <a:pPr marL="57150" algn="just">
              <a:lnSpc>
                <a:spcPct val="107000"/>
              </a:lnSpc>
              <a:spcBef>
                <a:spcPts val="0"/>
              </a:spcBef>
              <a:spcAft>
                <a:spcPts val="800"/>
              </a:spcAft>
              <a:tabLst>
                <a:tab pos="292735" algn="l"/>
              </a:tabLst>
            </a:pPr>
            <a:r>
              <a:rPr lang="en-US" sz="2000" b="1"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    NAME                   REGISTER  NUMBER                                </a:t>
            </a:r>
            <a:r>
              <a:rPr lang="en-US" sz="1800" dirty="0">
                <a:latin typeface="Times New Roman" panose="02020603050405020304" pitchFamily="18" charset="0"/>
                <a:cs typeface="Times New Roman" panose="02020603050405020304" pitchFamily="18" charset="0"/>
              </a:rPr>
              <a:t>Mrs. N. KAVITHA , B.E., </a:t>
            </a:r>
            <a:r>
              <a:rPr lang="en-US" sz="1800" dirty="0" err="1">
                <a:latin typeface="Times New Roman" panose="02020603050405020304" pitchFamily="18" charset="0"/>
                <a:cs typeface="Times New Roman" panose="02020603050405020304" pitchFamily="18" charset="0"/>
              </a:rPr>
              <a:t>M.Tech</a:t>
            </a:r>
            <a:r>
              <a:rPr lang="en-US" sz="1800" dirty="0">
                <a:latin typeface="Times New Roman" panose="02020603050405020304" pitchFamily="18" charset="0"/>
                <a:cs typeface="Times New Roman" panose="02020603050405020304" pitchFamily="18" charset="0"/>
              </a:rPr>
              <a:t>., AP/CSE</a:t>
            </a:r>
          </a:p>
          <a:p>
            <a:pPr algn="l"/>
            <a:r>
              <a:rPr lang="en-US" sz="1600" dirty="0">
                <a:latin typeface="Times New Roman" panose="02020603050405020304" pitchFamily="18" charset="0"/>
                <a:cs typeface="Times New Roman" panose="02020603050405020304" pitchFamily="18" charset="0"/>
              </a:rPr>
              <a:t>                Mr. SRIRAM S                           422722104048</a:t>
            </a:r>
          </a:p>
          <a:p>
            <a:pPr algn="l"/>
            <a:r>
              <a:rPr lang="en-US" sz="1600" dirty="0">
                <a:latin typeface="Times New Roman" panose="02020603050405020304" pitchFamily="18" charset="0"/>
                <a:cs typeface="Times New Roman" panose="02020603050405020304" pitchFamily="18" charset="0"/>
              </a:rPr>
              <a:t>                Mr. SURIYA PRAKASH  K       422722104049</a:t>
            </a:r>
          </a:p>
          <a:p>
            <a:pPr algn="l"/>
            <a:r>
              <a:rPr lang="en-US" sz="1600" dirty="0">
                <a:latin typeface="Times New Roman" panose="02020603050405020304" pitchFamily="18" charset="0"/>
                <a:cs typeface="Times New Roman" panose="02020603050405020304" pitchFamily="18" charset="0"/>
              </a:rPr>
              <a:t>                Mr. YOKESHWARAN R            422722104057</a:t>
            </a:r>
          </a:p>
          <a:p>
            <a:pPr algn="l"/>
            <a:r>
              <a:rPr lang="en-US" sz="1600" dirty="0">
                <a:latin typeface="Times New Roman" panose="02020603050405020304" pitchFamily="18" charset="0"/>
                <a:cs typeface="Times New Roman" panose="02020603050405020304" pitchFamily="18" charset="0"/>
              </a:rPr>
              <a:t>                Mr. CHANDRU M 	               422722104302</a:t>
            </a:r>
          </a:p>
          <a:p>
            <a:pPr algn="l"/>
            <a:r>
              <a:rPr lang="en-US" sz="2000" dirty="0">
                <a:latin typeface="Times New Roman" panose="02020603050405020304" pitchFamily="18" charset="0"/>
                <a:cs typeface="Times New Roman" panose="02020603050405020304" pitchFamily="18" charset="0"/>
              </a:rPr>
              <a:t>               </a:t>
            </a:r>
          </a:p>
          <a:p>
            <a:endParaRPr lang="en-US" sz="2800" b="1" dirty="0">
              <a:latin typeface="Times New Roman" panose="02020603050405020304" pitchFamily="18" charset="0"/>
              <a:cs typeface="Times New Roman" panose="02020603050405020304" pitchFamily="18" charset="0"/>
            </a:endParaRPr>
          </a:p>
        </p:txBody>
      </p:sp>
      <p:pic>
        <p:nvPicPr>
          <p:cNvPr id="6" name="image1.png">
            <a:extLst>
              <a:ext uri="{FF2B5EF4-FFF2-40B4-BE49-F238E27FC236}">
                <a16:creationId xmlns:a16="http://schemas.microsoft.com/office/drawing/2014/main" id="{0A4F2798-A997-4DFE-8ECB-534BD72DE7E5}"/>
              </a:ext>
            </a:extLst>
          </p:cNvPr>
          <p:cNvPicPr/>
          <p:nvPr/>
        </p:nvPicPr>
        <p:blipFill>
          <a:blip r:embed="rId2" cstate="print"/>
          <a:stretch>
            <a:fillRect/>
          </a:stretch>
        </p:blipFill>
        <p:spPr>
          <a:xfrm>
            <a:off x="266605" y="159666"/>
            <a:ext cx="1347884" cy="1356159"/>
          </a:xfrm>
          <a:prstGeom prst="rect">
            <a:avLst/>
          </a:prstGeom>
        </p:spPr>
      </p:pic>
      <p:pic>
        <p:nvPicPr>
          <p:cNvPr id="4" name="Picture 3">
            <a:extLst>
              <a:ext uri="{FF2B5EF4-FFF2-40B4-BE49-F238E27FC236}">
                <a16:creationId xmlns:a16="http://schemas.microsoft.com/office/drawing/2014/main" id="{33846490-531B-07C8-1BAB-F162425B07DB}"/>
              </a:ext>
            </a:extLst>
          </p:cNvPr>
          <p:cNvPicPr>
            <a:picLocks noChangeAspect="1"/>
          </p:cNvPicPr>
          <p:nvPr/>
        </p:nvPicPr>
        <p:blipFill>
          <a:blip r:embed="rId3"/>
          <a:srcRect/>
          <a:stretch>
            <a:fillRect/>
          </a:stretch>
        </p:blipFill>
        <p:spPr bwMode="auto">
          <a:xfrm>
            <a:off x="10995749" y="159666"/>
            <a:ext cx="1196251" cy="1281306"/>
          </a:xfrm>
          <a:prstGeom prst="rect">
            <a:avLst/>
          </a:prstGeom>
          <a:noFill/>
          <a:ln w="9525">
            <a:noFill/>
            <a:miter lim="800000"/>
            <a:headEnd/>
            <a:tailEnd/>
          </a:ln>
        </p:spPr>
      </p:pic>
    </p:spTree>
    <p:extLst>
      <p:ext uri="{BB962C8B-B14F-4D97-AF65-F5344CB8AC3E}">
        <p14:creationId xmlns:p14="http://schemas.microsoft.com/office/powerpoint/2010/main" val="4061709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EB5A7E-4B13-C7C0-B9B3-B68823D4DB14}"/>
              </a:ext>
            </a:extLst>
          </p:cNvPr>
          <p:cNvSpPr txBox="1"/>
          <p:nvPr/>
        </p:nvSpPr>
        <p:spPr>
          <a:xfrm>
            <a:off x="726989" y="1429797"/>
            <a:ext cx="10738022" cy="1938992"/>
          </a:xfrm>
          <a:prstGeom prst="rect">
            <a:avLst/>
          </a:prstGeom>
          <a:noFill/>
        </p:spPr>
        <p:txBody>
          <a:bodyPr wrap="square" rtlCol="0">
            <a:spAutoFit/>
          </a:bodyPr>
          <a:lstStyle/>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develop a </a:t>
            </a:r>
            <a:r>
              <a:rPr lang="en-US" sz="2400" b="1" dirty="0">
                <a:latin typeface="Times New Roman" panose="02020603050405020304" pitchFamily="18" charset="0"/>
                <a:cs typeface="Times New Roman" panose="02020603050405020304" pitchFamily="18" charset="0"/>
              </a:rPr>
              <a:t>smart hazard reporting system</a:t>
            </a:r>
            <a:r>
              <a:rPr lang="en-US" sz="2400" dirty="0">
                <a:latin typeface="Times New Roman" panose="02020603050405020304" pitchFamily="18" charset="0"/>
                <a:cs typeface="Times New Roman" panose="02020603050405020304" pitchFamily="18" charset="0"/>
              </a:rPr>
              <a:t> for local communities.</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Enables users to </a:t>
            </a:r>
            <a:r>
              <a:rPr lang="en-US" sz="2400" b="1" dirty="0">
                <a:latin typeface="Times New Roman" panose="02020603050405020304" pitchFamily="18" charset="0"/>
                <a:cs typeface="Times New Roman" panose="02020603050405020304" pitchFamily="18" charset="0"/>
              </a:rPr>
              <a:t>report hazards with multimedia evidence (image/audio).</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Provides </a:t>
            </a:r>
            <a:r>
              <a:rPr lang="en-US" sz="2400" b="1" dirty="0">
                <a:latin typeface="Times New Roman" panose="02020603050405020304" pitchFamily="18" charset="0"/>
                <a:cs typeface="Times New Roman" panose="02020603050405020304" pitchFamily="18" charset="0"/>
              </a:rPr>
              <a:t>real-time alert generation and monitoring.</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Ensures </a:t>
            </a:r>
            <a:r>
              <a:rPr lang="en-US" sz="2400" b="1" dirty="0">
                <a:latin typeface="Times New Roman" panose="02020603050405020304" pitchFamily="18" charset="0"/>
                <a:cs typeface="Times New Roman" panose="02020603050405020304" pitchFamily="18" charset="0"/>
              </a:rPr>
              <a:t>data authenticity using AI-based validation.</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Supports </a:t>
            </a:r>
            <a:r>
              <a:rPr lang="en-US" sz="2400" b="1" dirty="0">
                <a:latin typeface="Times New Roman" panose="02020603050405020304" pitchFamily="18" charset="0"/>
                <a:cs typeface="Times New Roman" panose="02020603050405020304" pitchFamily="18" charset="0"/>
              </a:rPr>
              <a:t>role-based access (User &amp; Admin dashboards)</a:t>
            </a:r>
            <a:endParaRPr lang="en-US"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1EBCE8D-0370-597E-2B52-64E29133F806}"/>
              </a:ext>
            </a:extLst>
          </p:cNvPr>
          <p:cNvSpPr txBox="1"/>
          <p:nvPr/>
        </p:nvSpPr>
        <p:spPr>
          <a:xfrm>
            <a:off x="4090086" y="212277"/>
            <a:ext cx="3274542"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Scope of the project</a:t>
            </a:r>
            <a:endParaRPr lang="en-US" sz="28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4872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2010FA-8457-FDD1-D69F-0EA33F75D38A}"/>
              </a:ext>
            </a:extLst>
          </p:cNvPr>
          <p:cNvSpPr txBox="1"/>
          <p:nvPr/>
        </p:nvSpPr>
        <p:spPr>
          <a:xfrm>
            <a:off x="4925247" y="398500"/>
            <a:ext cx="4600832"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Abstract</a:t>
            </a:r>
            <a:endParaRPr lang="en-US" sz="24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18659D8-BE49-F803-5CF0-17233FB43CFE}"/>
              </a:ext>
            </a:extLst>
          </p:cNvPr>
          <p:cNvSpPr txBox="1"/>
          <p:nvPr/>
        </p:nvSpPr>
        <p:spPr>
          <a:xfrm>
            <a:off x="1149177" y="1411965"/>
            <a:ext cx="9625913" cy="4524315"/>
          </a:xfrm>
          <a:prstGeom prst="rect">
            <a:avLst/>
          </a:prstGeom>
          <a:noFill/>
        </p:spPr>
        <p:txBody>
          <a:bodyPr wrap="square" rtlCol="0">
            <a:spAutoFit/>
          </a:bodyPr>
          <a:lstStyle/>
          <a:p>
            <a:pPr marL="285750" indent="-285750">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NeighbourGuard</a:t>
            </a:r>
            <a:r>
              <a:rPr lang="en-US" sz="2400" dirty="0">
                <a:latin typeface="Times New Roman" panose="02020603050405020304" pitchFamily="18" charset="0"/>
                <a:cs typeface="Times New Roman" panose="02020603050405020304" pitchFamily="18" charset="0"/>
              </a:rPr>
              <a:t> is a web-based smart hazard reporting and response system designed to enhance community safety. The system allows users to report hazards by submitting descriptions along with multimedia evidence such as images and audio recordings. It integrates geolocation to accurately capture the location of incidents.</a:t>
            </a:r>
          </a:p>
          <a:p>
            <a:pPr marL="285750" indent="-28575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An AI-based validation mechanism is implemented using a trust scoring approach to filter fake or low-quality reports. Verified reports are converted into categorized alerts and displayed across dashboards for monitoring. The system also includes role-based access, real-time communication features, and an interactive user interface, making it efficient, secure, and user-friendly.</a:t>
            </a:r>
          </a:p>
        </p:txBody>
      </p:sp>
    </p:spTree>
    <p:extLst>
      <p:ext uri="{BB962C8B-B14F-4D97-AF65-F5344CB8AC3E}">
        <p14:creationId xmlns:p14="http://schemas.microsoft.com/office/powerpoint/2010/main" val="46705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431A26-6587-09D5-D7FE-0A2CC62600D1}"/>
              </a:ext>
            </a:extLst>
          </p:cNvPr>
          <p:cNvSpPr txBox="1"/>
          <p:nvPr/>
        </p:nvSpPr>
        <p:spPr>
          <a:xfrm>
            <a:off x="2903181" y="1986361"/>
            <a:ext cx="7307620" cy="2426626"/>
          </a:xfrm>
          <a:prstGeom prst="rect">
            <a:avLst/>
          </a:prstGeom>
          <a:noFill/>
        </p:spPr>
        <p:txBody>
          <a:bodyPr wrap="square" rtlCol="0">
            <a:spAutoFit/>
          </a:bodyPr>
          <a:lstStyle/>
          <a:p>
            <a:r>
              <a:rPr lang="en-US" sz="2400" dirty="0" err="1">
                <a:latin typeface="Times New Roman" panose="02020603050405020304" pitchFamily="18" charset="0"/>
                <a:cs typeface="Times New Roman" panose="02020603050405020304" pitchFamily="18" charset="0"/>
              </a:rPr>
              <a:t>NeighbourGuard</a:t>
            </a:r>
            <a:r>
              <a:rPr lang="en-US" sz="2400" dirty="0">
                <a:latin typeface="Times New Roman" panose="02020603050405020304" pitchFamily="18" charset="0"/>
                <a:cs typeface="Times New Roman" panose="02020603050405020304" pitchFamily="18" charset="0"/>
              </a:rPr>
              <a:t> provides: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Easy hazard reporting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Real-time alerts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Secure authentication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Smart validation using AI logic</a:t>
            </a:r>
          </a:p>
          <a:p>
            <a:pPr marL="342900" indent="-342900" algn="just">
              <a:lnSpc>
                <a:spcPct val="150000"/>
              </a:lnSpc>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D86B8C39-5744-28CC-DA2D-5C28ACC459CA}"/>
              </a:ext>
            </a:extLst>
          </p:cNvPr>
          <p:cNvSpPr txBox="1"/>
          <p:nvPr/>
        </p:nvSpPr>
        <p:spPr>
          <a:xfrm>
            <a:off x="4381451" y="502409"/>
            <a:ext cx="4015945" cy="738664"/>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Introduction</a:t>
            </a:r>
          </a:p>
          <a:p>
            <a:endParaRPr lang="en-US" sz="1400" b="1" dirty="0"/>
          </a:p>
        </p:txBody>
      </p:sp>
    </p:spTree>
    <p:extLst>
      <p:ext uri="{BB962C8B-B14F-4D97-AF65-F5344CB8AC3E}">
        <p14:creationId xmlns:p14="http://schemas.microsoft.com/office/powerpoint/2010/main" val="3637941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CAE4AB-8368-C580-FB51-B2A25F637577}"/>
              </a:ext>
            </a:extLst>
          </p:cNvPr>
          <p:cNvSpPr txBox="1"/>
          <p:nvPr/>
        </p:nvSpPr>
        <p:spPr>
          <a:xfrm>
            <a:off x="4227041" y="220710"/>
            <a:ext cx="4226011" cy="83099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Literature Survey</a:t>
            </a:r>
          </a:p>
          <a:p>
            <a:endParaRPr lang="en-US" sz="2400" b="1"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CD8D7E9F-47B0-D1D9-4212-E0E8BAB6A025}"/>
              </a:ext>
            </a:extLst>
          </p:cNvPr>
          <p:cNvGraphicFramePr>
            <a:graphicFrameLocks noGrp="1"/>
          </p:cNvGraphicFramePr>
          <p:nvPr>
            <p:extLst>
              <p:ext uri="{D42A27DB-BD31-4B8C-83A1-F6EECF244321}">
                <p14:modId xmlns:p14="http://schemas.microsoft.com/office/powerpoint/2010/main" val="2175089213"/>
              </p:ext>
            </p:extLst>
          </p:nvPr>
        </p:nvGraphicFramePr>
        <p:xfrm>
          <a:off x="988025" y="1277257"/>
          <a:ext cx="10215949" cy="3956359"/>
        </p:xfrm>
        <a:graphic>
          <a:graphicData uri="http://schemas.openxmlformats.org/drawingml/2006/table">
            <a:tbl>
              <a:tblPr firstRow="1" bandRow="1">
                <a:tableStyleId>{5940675A-B579-460E-94D1-54222C63F5DA}</a:tableStyleId>
              </a:tblPr>
              <a:tblGrid>
                <a:gridCol w="1756719">
                  <a:extLst>
                    <a:ext uri="{9D8B030D-6E8A-4147-A177-3AD203B41FA5}">
                      <a16:colId xmlns:a16="http://schemas.microsoft.com/office/drawing/2014/main" val="1604807406"/>
                    </a:ext>
                  </a:extLst>
                </a:gridCol>
                <a:gridCol w="4396946">
                  <a:extLst>
                    <a:ext uri="{9D8B030D-6E8A-4147-A177-3AD203B41FA5}">
                      <a16:colId xmlns:a16="http://schemas.microsoft.com/office/drawing/2014/main" val="2740040315"/>
                    </a:ext>
                  </a:extLst>
                </a:gridCol>
                <a:gridCol w="4062284">
                  <a:extLst>
                    <a:ext uri="{9D8B030D-6E8A-4147-A177-3AD203B41FA5}">
                      <a16:colId xmlns:a16="http://schemas.microsoft.com/office/drawing/2014/main" val="2100784400"/>
                    </a:ext>
                  </a:extLst>
                </a:gridCol>
              </a:tblGrid>
              <a:tr h="481639">
                <a:tc>
                  <a:txBody>
                    <a:bodyPr/>
                    <a:lstStyle/>
                    <a:p>
                      <a:pPr algn="ctr">
                        <a:buNone/>
                      </a:pPr>
                      <a:r>
                        <a:rPr lang="en-IN" sz="2400" b="1" dirty="0">
                          <a:latin typeface="Times New Roman" panose="02020603050405020304" pitchFamily="18" charset="0"/>
                          <a:cs typeface="Times New Roman" panose="02020603050405020304" pitchFamily="18" charset="0"/>
                        </a:rPr>
                        <a:t>Year</a:t>
                      </a:r>
                    </a:p>
                  </a:txBody>
                  <a:tcPr anchor="ctr"/>
                </a:tc>
                <a:tc>
                  <a:txBody>
                    <a:bodyPr/>
                    <a:lstStyle/>
                    <a:p>
                      <a:pPr algn="ctr">
                        <a:buNone/>
                      </a:pPr>
                      <a:r>
                        <a:rPr lang="en-IN" sz="2400" b="1" dirty="0">
                          <a:latin typeface="Times New Roman" panose="02020603050405020304" pitchFamily="18" charset="0"/>
                          <a:cs typeface="Times New Roman" panose="02020603050405020304" pitchFamily="18" charset="0"/>
                        </a:rPr>
                        <a:t>Title</a:t>
                      </a:r>
                    </a:p>
                  </a:txBody>
                  <a:tcPr anchor="ctr"/>
                </a:tc>
                <a:tc>
                  <a:txBody>
                    <a:bodyPr/>
                    <a:lstStyle/>
                    <a:p>
                      <a:pPr algn="ctr">
                        <a:buNone/>
                      </a:pPr>
                      <a:r>
                        <a:rPr lang="en-IN" sz="2400" b="1" dirty="0">
                          <a:latin typeface="Times New Roman" panose="02020603050405020304" pitchFamily="18" charset="0"/>
                          <a:cs typeface="Times New Roman" panose="02020603050405020304" pitchFamily="18" charset="0"/>
                        </a:rPr>
                        <a:t>Usage</a:t>
                      </a:r>
                    </a:p>
                  </a:txBody>
                  <a:tcPr anchor="ctr"/>
                </a:tc>
                <a:extLst>
                  <a:ext uri="{0D108BD9-81ED-4DB2-BD59-A6C34878D82A}">
                    <a16:rowId xmlns:a16="http://schemas.microsoft.com/office/drawing/2014/main" val="109613358"/>
                  </a:ext>
                </a:extLst>
              </a:tr>
              <a:tr h="1296032">
                <a:tc>
                  <a:txBody>
                    <a:bodyPr/>
                    <a:lstStyle/>
                    <a:p>
                      <a:pPr>
                        <a:buNone/>
                      </a:pPr>
                      <a:r>
                        <a:rPr lang="en-IN">
                          <a:latin typeface="Times New Roman" panose="02020603050405020304" pitchFamily="18" charset="0"/>
                          <a:cs typeface="Times New Roman" panose="02020603050405020304" pitchFamily="18" charset="0"/>
                        </a:rPr>
                        <a:t>2025</a:t>
                      </a:r>
                    </a:p>
                  </a:txBody>
                  <a:tcPr anchor="ctr"/>
                </a:tc>
                <a:tc>
                  <a:txBody>
                    <a:bodyPr/>
                    <a:lstStyle/>
                    <a:p>
                      <a:pPr>
                        <a:buNone/>
                      </a:pPr>
                      <a:r>
                        <a:rPr lang="en-US" dirty="0">
                          <a:latin typeface="Times New Roman" panose="02020603050405020304" pitchFamily="18" charset="0"/>
                          <a:cs typeface="Times New Roman" panose="02020603050405020304" pitchFamily="18" charset="0"/>
                        </a:rPr>
                        <a:t>Real Time Alert System Based On Crime Area Mapping</a:t>
                      </a:r>
                    </a:p>
                  </a:txBody>
                  <a:tcPr anchor="ctr"/>
                </a:tc>
                <a:tc>
                  <a:txBody>
                    <a:bodyPr/>
                    <a:lstStyle/>
                    <a:p>
                      <a:pPr>
                        <a:buNone/>
                      </a:pPr>
                      <a:r>
                        <a:rPr lang="en-US" dirty="0">
                          <a:latin typeface="Times New Roman" panose="02020603050405020304" pitchFamily="18" charset="0"/>
                          <a:cs typeface="Times New Roman" panose="02020603050405020304" pitchFamily="18" charset="0"/>
                        </a:rPr>
                        <a:t>This system using GIS and real-time data processing to identify crime-prone areas and send alerts to users. It enhances public safety through location-based notifications and predictive crime analysis.</a:t>
                      </a:r>
                    </a:p>
                  </a:txBody>
                  <a:tcPr anchor="ctr"/>
                </a:tc>
                <a:extLst>
                  <a:ext uri="{0D108BD9-81ED-4DB2-BD59-A6C34878D82A}">
                    <a16:rowId xmlns:a16="http://schemas.microsoft.com/office/drawing/2014/main" val="3422998464"/>
                  </a:ext>
                </a:extLst>
              </a:tr>
              <a:tr h="1296032">
                <a:tc>
                  <a:txBody>
                    <a:bodyPr/>
                    <a:lstStyle/>
                    <a:p>
                      <a:pPr>
                        <a:buNone/>
                      </a:pPr>
                      <a:r>
                        <a:rPr lang="en-IN">
                          <a:latin typeface="Times New Roman" panose="02020603050405020304" pitchFamily="18" charset="0"/>
                          <a:cs typeface="Times New Roman" panose="02020603050405020304" pitchFamily="18" charset="0"/>
                        </a:rPr>
                        <a:t>2025</a:t>
                      </a:r>
                    </a:p>
                  </a:txBody>
                  <a:tcPr anchor="ctr"/>
                </a:tc>
                <a:tc>
                  <a:txBody>
                    <a:bodyPr/>
                    <a:lstStyle/>
                    <a:p>
                      <a:pPr>
                        <a:buNone/>
                      </a:pPr>
                      <a:r>
                        <a:rPr lang="en-IN" dirty="0">
                          <a:latin typeface="Times New Roman" panose="02020603050405020304" pitchFamily="18" charset="0"/>
                          <a:cs typeface="Times New Roman" panose="02020603050405020304" pitchFamily="18" charset="0"/>
                        </a:rPr>
                        <a:t>Neighbourhood Safety Alarm System</a:t>
                      </a:r>
                    </a:p>
                  </a:txBody>
                  <a:tcPr anchor="ctr"/>
                </a:tc>
                <a:tc>
                  <a:txBody>
                    <a:bodyPr/>
                    <a:lstStyle/>
                    <a:p>
                      <a:pPr>
                        <a:buNone/>
                      </a:pPr>
                      <a:r>
                        <a:rPr lang="en-US" dirty="0">
                          <a:latin typeface="Times New Roman" panose="02020603050405020304" pitchFamily="18" charset="0"/>
                          <a:cs typeface="Times New Roman" panose="02020603050405020304" pitchFamily="18" charset="0"/>
                        </a:rPr>
                        <a:t>This a mobile/web-based system that sends real-time alerts about crimes and emergencies using GPS and Firebase. It supports community participation and improves awareness through interactive mapping.</a:t>
                      </a:r>
                    </a:p>
                  </a:txBody>
                  <a:tcPr anchor="ctr"/>
                </a:tc>
                <a:extLst>
                  <a:ext uri="{0D108BD9-81ED-4DB2-BD59-A6C34878D82A}">
                    <a16:rowId xmlns:a16="http://schemas.microsoft.com/office/drawing/2014/main" val="643457554"/>
                  </a:ext>
                </a:extLst>
              </a:tr>
            </a:tbl>
          </a:graphicData>
        </a:graphic>
      </p:graphicFrame>
    </p:spTree>
    <p:extLst>
      <p:ext uri="{BB962C8B-B14F-4D97-AF65-F5344CB8AC3E}">
        <p14:creationId xmlns:p14="http://schemas.microsoft.com/office/powerpoint/2010/main" val="3586718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7DBC51F-A756-B6E8-2539-D95FAEAAB760}"/>
              </a:ext>
            </a:extLst>
          </p:cNvPr>
          <p:cNvGraphicFramePr>
            <a:graphicFrameLocks noGrp="1"/>
          </p:cNvGraphicFramePr>
          <p:nvPr>
            <p:extLst>
              <p:ext uri="{D42A27DB-BD31-4B8C-83A1-F6EECF244321}">
                <p14:modId xmlns:p14="http://schemas.microsoft.com/office/powerpoint/2010/main" val="2268148248"/>
              </p:ext>
            </p:extLst>
          </p:nvPr>
        </p:nvGraphicFramePr>
        <p:xfrm>
          <a:off x="1371599" y="1025611"/>
          <a:ext cx="10219039" cy="2550758"/>
        </p:xfrm>
        <a:graphic>
          <a:graphicData uri="http://schemas.openxmlformats.org/drawingml/2006/table">
            <a:tbl>
              <a:tblPr firstRow="1" bandRow="1">
                <a:tableStyleId>{5940675A-B579-460E-94D1-54222C63F5DA}</a:tableStyleId>
              </a:tblPr>
              <a:tblGrid>
                <a:gridCol w="3076832">
                  <a:extLst>
                    <a:ext uri="{9D8B030D-6E8A-4147-A177-3AD203B41FA5}">
                      <a16:colId xmlns:a16="http://schemas.microsoft.com/office/drawing/2014/main" val="552813134"/>
                    </a:ext>
                  </a:extLst>
                </a:gridCol>
                <a:gridCol w="3076832">
                  <a:extLst>
                    <a:ext uri="{9D8B030D-6E8A-4147-A177-3AD203B41FA5}">
                      <a16:colId xmlns:a16="http://schemas.microsoft.com/office/drawing/2014/main" val="4112380168"/>
                    </a:ext>
                  </a:extLst>
                </a:gridCol>
                <a:gridCol w="4065375">
                  <a:extLst>
                    <a:ext uri="{9D8B030D-6E8A-4147-A177-3AD203B41FA5}">
                      <a16:colId xmlns:a16="http://schemas.microsoft.com/office/drawing/2014/main" val="2627747057"/>
                    </a:ext>
                  </a:extLst>
                </a:gridCol>
              </a:tblGrid>
              <a:tr h="8913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latin typeface="Times New Roman" panose="02020603050405020304" pitchFamily="18" charset="0"/>
                          <a:cs typeface="Times New Roman" panose="02020603050405020304" pitchFamily="18" charset="0"/>
                        </a:rPr>
                        <a:t>YEAR</a:t>
                      </a:r>
                    </a:p>
                    <a:p>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b="1">
                          <a:latin typeface="Times New Roman" panose="02020603050405020304" pitchFamily="18" charset="0"/>
                          <a:cs typeface="Times New Roman" panose="02020603050405020304" pitchFamily="18" charset="0"/>
                        </a:rPr>
                        <a:t>TITLE</a:t>
                      </a:r>
                      <a:endParaRPr lang="en-US" b="1" dirty="0">
                        <a:latin typeface="Times New Roman" panose="02020603050405020304" pitchFamily="18" charset="0"/>
                        <a:cs typeface="Times New Roman" panose="02020603050405020304" pitchFamily="18" charset="0"/>
                      </a:endParaRPr>
                    </a:p>
                  </a:txBody>
                  <a:tcPr/>
                </a:tc>
                <a:tc>
                  <a:txBody>
                    <a:bodyPr/>
                    <a:lstStyle/>
                    <a:p>
                      <a:pPr algn="ctr"/>
                      <a:r>
                        <a:rPr lang="en-US" b="1">
                          <a:latin typeface="Times New Roman" panose="02020603050405020304" pitchFamily="18" charset="0"/>
                          <a:cs typeface="Times New Roman" panose="02020603050405020304" pitchFamily="18" charset="0"/>
                        </a:rPr>
                        <a:t>USAGE</a:t>
                      </a:r>
                      <a:endParaRPr lang="en-US"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18331815"/>
                  </a:ext>
                </a:extLst>
              </a:tr>
              <a:tr h="1659416">
                <a:tc>
                  <a:txBody>
                    <a:bodyPr/>
                    <a:lstStyle/>
                    <a:p>
                      <a:r>
                        <a:rPr lang="en-IN"/>
                        <a:t>2024</a:t>
                      </a:r>
                      <a:endParaRPr lang="en-US" dirty="0">
                        <a:latin typeface="Times New Roman" panose="02020603050405020304" pitchFamily="18" charset="0"/>
                        <a:cs typeface="Times New Roman" panose="02020603050405020304" pitchFamily="18" charset="0"/>
                      </a:endParaRPr>
                    </a:p>
                  </a:txBody>
                  <a:tcPr anchor="ctr"/>
                </a:tc>
                <a:tc>
                  <a:txBody>
                    <a:bodyPr/>
                    <a:lstStyle/>
                    <a:p>
                      <a:r>
                        <a:rPr lang="en-US" dirty="0"/>
                        <a:t>Smart Crime Detection and Alert System</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This paper focuses on detecting crimes using sensors, surveillance. It provides instant alerts to authorities and users, helping in faster response and improving overall security.</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49708547"/>
                  </a:ext>
                </a:extLst>
              </a:tr>
            </a:tbl>
          </a:graphicData>
        </a:graphic>
      </p:graphicFrame>
    </p:spTree>
    <p:extLst>
      <p:ext uri="{BB962C8B-B14F-4D97-AF65-F5344CB8AC3E}">
        <p14:creationId xmlns:p14="http://schemas.microsoft.com/office/powerpoint/2010/main" val="4078367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0D34F3-0A04-9A97-17BD-7AE99E0DE582}"/>
              </a:ext>
            </a:extLst>
          </p:cNvPr>
          <p:cNvSpPr txBox="1"/>
          <p:nvPr/>
        </p:nvSpPr>
        <p:spPr>
          <a:xfrm>
            <a:off x="1992697" y="1990345"/>
            <a:ext cx="9767673" cy="2241960"/>
          </a:xfrm>
          <a:prstGeom prst="rect">
            <a:avLst/>
          </a:prstGeom>
          <a:noFill/>
        </p:spPr>
        <p:txBody>
          <a:bodyPr wrap="square" rtlCol="0">
            <a:spAutoFit/>
          </a:bodyPr>
          <a:lstStyle/>
          <a:p>
            <a:pPr marL="514350" indent="-5143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Manual reporting (phone calls, complaints).</a:t>
            </a:r>
          </a:p>
          <a:p>
            <a:pPr marL="514350" indent="-5143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No centralized monitoring system</a:t>
            </a:r>
          </a:p>
          <a:p>
            <a:pPr marL="514350" indent="-5143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Limited verification of reports</a:t>
            </a:r>
          </a:p>
          <a:p>
            <a:pPr marL="514350" indent="-5143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No fake report detection</a:t>
            </a:r>
          </a:p>
        </p:txBody>
      </p:sp>
      <p:sp>
        <p:nvSpPr>
          <p:cNvPr id="3" name="TextBox 2">
            <a:extLst>
              <a:ext uri="{FF2B5EF4-FFF2-40B4-BE49-F238E27FC236}">
                <a16:creationId xmlns:a16="http://schemas.microsoft.com/office/drawing/2014/main" id="{991614F0-6E57-4A8B-5A23-2B2D03351B1D}"/>
              </a:ext>
            </a:extLst>
          </p:cNvPr>
          <p:cNvSpPr txBox="1"/>
          <p:nvPr/>
        </p:nvSpPr>
        <p:spPr>
          <a:xfrm>
            <a:off x="3926359" y="575148"/>
            <a:ext cx="4757351" cy="892552"/>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Existing System</a:t>
            </a:r>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6173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379949-A500-04D3-2D3A-EF9210EAE8C3}"/>
              </a:ext>
            </a:extLst>
          </p:cNvPr>
          <p:cNvSpPr txBox="1"/>
          <p:nvPr/>
        </p:nvSpPr>
        <p:spPr>
          <a:xfrm>
            <a:off x="2774090" y="2031021"/>
            <a:ext cx="6322541" cy="2795958"/>
          </a:xfrm>
          <a:prstGeom prst="rect">
            <a:avLst/>
          </a:prstGeom>
          <a:noFill/>
        </p:spPr>
        <p:txBody>
          <a:bodyPr wrap="square" rtlCol="0">
            <a:spAutoFit/>
          </a:bodyPr>
          <a:lstStyle/>
          <a:p>
            <a:pPr marL="800100" lvl="1" indent="-342900">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Slow response time</a:t>
            </a:r>
          </a:p>
          <a:p>
            <a:pPr marL="800100" lvl="1" indent="-342900">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No real-time updates</a:t>
            </a:r>
          </a:p>
          <a:p>
            <a:pPr marL="800100" lvl="1" indent="-342900">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High chances of fake reports</a:t>
            </a:r>
          </a:p>
          <a:p>
            <a:pPr marL="800100" lvl="1" indent="-342900">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No multimedia evidence support</a:t>
            </a:r>
          </a:p>
          <a:p>
            <a:pPr marL="800100" lvl="1" indent="-342900">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Lack of proper tracking and management</a:t>
            </a:r>
          </a:p>
        </p:txBody>
      </p:sp>
      <p:sp>
        <p:nvSpPr>
          <p:cNvPr id="3" name="TextBox 2">
            <a:extLst>
              <a:ext uri="{FF2B5EF4-FFF2-40B4-BE49-F238E27FC236}">
                <a16:creationId xmlns:a16="http://schemas.microsoft.com/office/drawing/2014/main" id="{75524AA3-DCCD-2335-88EE-61DE61385930}"/>
              </a:ext>
            </a:extLst>
          </p:cNvPr>
          <p:cNvSpPr txBox="1"/>
          <p:nvPr/>
        </p:nvSpPr>
        <p:spPr>
          <a:xfrm>
            <a:off x="3577280" y="914401"/>
            <a:ext cx="6851823" cy="954107"/>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Disadvantages:</a:t>
            </a:r>
          </a:p>
          <a:p>
            <a:endParaRPr lang="en-US" sz="2800" dirty="0"/>
          </a:p>
        </p:txBody>
      </p:sp>
    </p:spTree>
    <p:extLst>
      <p:ext uri="{BB962C8B-B14F-4D97-AF65-F5344CB8AC3E}">
        <p14:creationId xmlns:p14="http://schemas.microsoft.com/office/powerpoint/2010/main" val="3555021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BDB9E7-8D72-6A12-A07F-0E9F22B1F5A2}"/>
              </a:ext>
            </a:extLst>
          </p:cNvPr>
          <p:cNvSpPr txBox="1"/>
          <p:nvPr/>
        </p:nvSpPr>
        <p:spPr>
          <a:xfrm>
            <a:off x="1306041" y="1804822"/>
            <a:ext cx="10416746" cy="3349956"/>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Web-based </a:t>
            </a:r>
            <a:r>
              <a:rPr lang="en-US" sz="2400" b="1" dirty="0" err="1">
                <a:latin typeface="Times New Roman" panose="02020603050405020304" pitchFamily="18" charset="0"/>
                <a:cs typeface="Times New Roman" panose="02020603050405020304" pitchFamily="18" charset="0"/>
              </a:rPr>
              <a:t>NeighbourGuard</a:t>
            </a:r>
            <a:r>
              <a:rPr lang="en-US" sz="2400" b="1" dirty="0">
                <a:latin typeface="Times New Roman" panose="02020603050405020304" pitchFamily="18" charset="0"/>
                <a:cs typeface="Times New Roman" panose="02020603050405020304" pitchFamily="18" charset="0"/>
              </a:rPr>
              <a:t> system</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Smart reporting with </a:t>
            </a:r>
            <a:r>
              <a:rPr lang="en-US" sz="2400" b="1" dirty="0">
                <a:latin typeface="Times New Roman" panose="02020603050405020304" pitchFamily="18" charset="0"/>
                <a:cs typeface="Times New Roman" panose="02020603050405020304" pitchFamily="18" charset="0"/>
              </a:rPr>
              <a:t>AI validation</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Map-based  Hazard location  selection</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Multimedia evidence (image + audio) </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Real-time alert system</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Monitoring and Control Users</a:t>
            </a:r>
          </a:p>
        </p:txBody>
      </p:sp>
      <p:sp>
        <p:nvSpPr>
          <p:cNvPr id="3" name="TextBox 2">
            <a:extLst>
              <a:ext uri="{FF2B5EF4-FFF2-40B4-BE49-F238E27FC236}">
                <a16:creationId xmlns:a16="http://schemas.microsoft.com/office/drawing/2014/main" id="{1E82BB08-E2D1-72A0-E6CF-A7166532D7F9}"/>
              </a:ext>
            </a:extLst>
          </p:cNvPr>
          <p:cNvSpPr txBox="1"/>
          <p:nvPr/>
        </p:nvSpPr>
        <p:spPr>
          <a:xfrm>
            <a:off x="3925328" y="472130"/>
            <a:ext cx="6474941" cy="954107"/>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Proposed System</a:t>
            </a:r>
          </a:p>
          <a:p>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9878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4E37FF-2940-3021-EFE5-086AD46820A0}"/>
              </a:ext>
            </a:extLst>
          </p:cNvPr>
          <p:cNvSpPr txBox="1"/>
          <p:nvPr/>
        </p:nvSpPr>
        <p:spPr>
          <a:xfrm>
            <a:off x="1276865" y="1346429"/>
            <a:ext cx="10004854" cy="2795958"/>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Faster hazard reporting</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Accurate location tracking</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Fake report filtering using </a:t>
            </a:r>
            <a:r>
              <a:rPr lang="en-US" sz="2400" b="1" dirty="0">
                <a:latin typeface="Times New Roman" panose="02020603050405020304" pitchFamily="18" charset="0"/>
                <a:cs typeface="Times New Roman" panose="02020603050405020304" pitchFamily="18" charset="0"/>
              </a:rPr>
              <a:t>Trust Score</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Centralized monitoring (Admin dashboard)</a:t>
            </a:r>
            <a:endParaRPr lang="en-US" sz="2400" b="1"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Improved user experience with modern UI</a:t>
            </a:r>
            <a:endParaRPr lang="en-US"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93BCAAF-E435-8E51-8D1C-FD3DCA742A7F}"/>
              </a:ext>
            </a:extLst>
          </p:cNvPr>
          <p:cNvSpPr txBox="1"/>
          <p:nvPr/>
        </p:nvSpPr>
        <p:spPr>
          <a:xfrm>
            <a:off x="4534929" y="392322"/>
            <a:ext cx="3303374" cy="954107"/>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Advantages</a:t>
            </a:r>
          </a:p>
          <a:p>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0054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59981F-5869-3E33-C3F3-5CFA219DABEA}"/>
              </a:ext>
            </a:extLst>
          </p:cNvPr>
          <p:cNvSpPr txBox="1"/>
          <p:nvPr/>
        </p:nvSpPr>
        <p:spPr>
          <a:xfrm>
            <a:off x="4687330" y="322966"/>
            <a:ext cx="4522573" cy="646331"/>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Requirements</a:t>
            </a:r>
          </a:p>
          <a:p>
            <a:endParaRPr lang="en-US" sz="12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F876B53-5C23-318E-8E94-4AAE8698FDB0}"/>
              </a:ext>
            </a:extLst>
          </p:cNvPr>
          <p:cNvSpPr txBox="1"/>
          <p:nvPr/>
        </p:nvSpPr>
        <p:spPr>
          <a:xfrm>
            <a:off x="2761922" y="2077187"/>
            <a:ext cx="9180694" cy="2703625"/>
          </a:xfrm>
          <a:prstGeom prst="rect">
            <a:avLst/>
          </a:prstGeom>
          <a:noFill/>
        </p:spPr>
        <p:txBody>
          <a:bodyPr wrap="square" rtlCol="0">
            <a:spAutoFit/>
          </a:bodyPr>
          <a:lstStyle/>
          <a:p>
            <a:pPr marL="342900" indent="-342900">
              <a:lnSpc>
                <a:spcPct val="2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Computer / Laptop</a:t>
            </a:r>
          </a:p>
          <a:p>
            <a:pPr marL="342900" indent="-342900">
              <a:lnSpc>
                <a:spcPct val="2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Internet connection</a:t>
            </a:r>
          </a:p>
          <a:p>
            <a:pPr marL="342900" indent="-342900">
              <a:lnSpc>
                <a:spcPct val="2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Microphone (for audio recording)</a:t>
            </a:r>
          </a:p>
        </p:txBody>
      </p:sp>
      <p:sp>
        <p:nvSpPr>
          <p:cNvPr id="5" name="TextBox 4">
            <a:extLst>
              <a:ext uri="{FF2B5EF4-FFF2-40B4-BE49-F238E27FC236}">
                <a16:creationId xmlns:a16="http://schemas.microsoft.com/office/drawing/2014/main" id="{190FD4F3-9327-F340-BEF8-C267421C757F}"/>
              </a:ext>
            </a:extLst>
          </p:cNvPr>
          <p:cNvSpPr txBox="1"/>
          <p:nvPr/>
        </p:nvSpPr>
        <p:spPr>
          <a:xfrm>
            <a:off x="4219832" y="1338594"/>
            <a:ext cx="3750275" cy="83099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Hardware Requirements  </a:t>
            </a:r>
          </a:p>
          <a:p>
            <a:endParaRPr lang="en-US" sz="2400" b="1" dirty="0"/>
          </a:p>
        </p:txBody>
      </p:sp>
    </p:spTree>
    <p:extLst>
      <p:ext uri="{BB962C8B-B14F-4D97-AF65-F5344CB8AC3E}">
        <p14:creationId xmlns:p14="http://schemas.microsoft.com/office/powerpoint/2010/main" val="2539779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6BA6EB-2596-EED5-22F6-D2B795F78F02}"/>
              </a:ext>
            </a:extLst>
          </p:cNvPr>
          <p:cNvSpPr txBox="1"/>
          <p:nvPr/>
        </p:nvSpPr>
        <p:spPr>
          <a:xfrm>
            <a:off x="4221808" y="553693"/>
            <a:ext cx="3748384" cy="83099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Software Requirements</a:t>
            </a:r>
          </a:p>
          <a:p>
            <a:endParaRPr lang="en-US"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3C03AC0-52CF-11B5-DED8-D2DA2603B4ED}"/>
              </a:ext>
            </a:extLst>
          </p:cNvPr>
          <p:cNvSpPr txBox="1"/>
          <p:nvPr/>
        </p:nvSpPr>
        <p:spPr>
          <a:xfrm>
            <a:off x="2520778" y="1384690"/>
            <a:ext cx="6005384" cy="3416320"/>
          </a:xfrm>
          <a:prstGeom prst="rect">
            <a:avLst/>
          </a:prstGeom>
          <a:noFill/>
        </p:spPr>
        <p:txBody>
          <a:bodyPr wrap="square" rtlCol="0">
            <a:spAutoFit/>
          </a:bodyPr>
          <a:lstStyle/>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Frontend: HTML, CSS, JavaScript</a:t>
            </a: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Backend: PHP</a:t>
            </a: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Database: MySQL</a:t>
            </a: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APIs/Libraries:</a:t>
            </a:r>
          </a:p>
          <a:p>
            <a:r>
              <a:rPr lang="en-US" sz="2400" dirty="0">
                <a:latin typeface="Times New Roman" panose="02020603050405020304" pitchFamily="18" charset="0"/>
                <a:cs typeface="Times New Roman" panose="02020603050405020304" pitchFamily="18" charset="0"/>
              </a:rPr>
              <a:t>       - Leaflet (Map integration)</a:t>
            </a:r>
          </a:p>
          <a:p>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MediaRecorder</a:t>
            </a:r>
            <a:r>
              <a:rPr lang="en-US" sz="2400" dirty="0">
                <a:latin typeface="Times New Roman" panose="02020603050405020304" pitchFamily="18" charset="0"/>
                <a:cs typeface="Times New Roman" panose="02020603050405020304" pitchFamily="18" charset="0"/>
              </a:rPr>
              <a:t> API (Audio recording)</a:t>
            </a:r>
          </a:p>
          <a:p>
            <a:r>
              <a:rPr lang="en-US" sz="2400"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Server: XAMPP</a:t>
            </a: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Hosting(free) - </a:t>
            </a:r>
            <a:r>
              <a:rPr lang="en-US" sz="2400" dirty="0" err="1">
                <a:latin typeface="Times New Roman" panose="02020603050405020304" pitchFamily="18" charset="0"/>
                <a:cs typeface="Times New Roman" panose="02020603050405020304" pitchFamily="18" charset="0"/>
              </a:rPr>
              <a:t>infinityfree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8078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546C1E-CECC-17F0-7E8F-6AE73CD86CF8}"/>
              </a:ext>
            </a:extLst>
          </p:cNvPr>
          <p:cNvSpPr txBox="1"/>
          <p:nvPr/>
        </p:nvSpPr>
        <p:spPr>
          <a:xfrm>
            <a:off x="506626" y="797510"/>
            <a:ext cx="11491784" cy="5262979"/>
          </a:xfrm>
          <a:prstGeom prst="rect">
            <a:avLst/>
          </a:prstGeom>
          <a:noFill/>
        </p:spPr>
        <p:txBody>
          <a:bodyPr wrap="square" rtlCol="0">
            <a:spAutoFit/>
          </a:bodyPr>
          <a:lstStyle/>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Authentication Modules</a:t>
            </a:r>
          </a:p>
          <a:p>
            <a:r>
              <a:rPr lang="en-US" sz="2400" b="1" dirty="0">
                <a:latin typeface="Times New Roman" panose="02020603050405020304" pitchFamily="18" charset="0"/>
                <a:cs typeface="Times New Roman" panose="02020603050405020304" pitchFamily="18" charset="0"/>
              </a:rPr>
              <a:t>       User Authentication Module </a:t>
            </a:r>
            <a:r>
              <a:rPr lang="en-US" sz="2400" dirty="0">
                <a:latin typeface="Times New Roman" panose="02020603050405020304" pitchFamily="18" charset="0"/>
                <a:cs typeface="Times New Roman" panose="02020603050405020304" pitchFamily="18" charset="0"/>
              </a:rPr>
              <a:t>–  Either Google login or Create an account.</a:t>
            </a:r>
          </a:p>
          <a:p>
            <a:r>
              <a:rPr lang="en-US" sz="2400" b="1" dirty="0">
                <a:latin typeface="Times New Roman" panose="02020603050405020304" pitchFamily="18" charset="0"/>
                <a:cs typeface="Times New Roman" panose="02020603050405020304" pitchFamily="18" charset="0"/>
              </a:rPr>
              <a:t>       Admin Management Module </a:t>
            </a:r>
            <a:r>
              <a:rPr lang="en-US" sz="2400" dirty="0">
                <a:latin typeface="Times New Roman" panose="02020603050405020304" pitchFamily="18" charset="0"/>
                <a:cs typeface="Times New Roman" panose="02020603050405020304" pitchFamily="18" charset="0"/>
              </a:rPr>
              <a:t>– View reports, manage responses ,Manage Users</a:t>
            </a:r>
            <a:r>
              <a:rPr lang="en-US" sz="2400" b="1"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Hazard Modules</a:t>
            </a:r>
          </a:p>
          <a:p>
            <a:r>
              <a:rPr lang="en-US" sz="2400" b="1" dirty="0">
                <a:latin typeface="Times New Roman" panose="02020603050405020304" pitchFamily="18" charset="0"/>
                <a:cs typeface="Times New Roman" panose="02020603050405020304" pitchFamily="18" charset="0"/>
              </a:rPr>
              <a:t>       Hazard Reporting Module </a:t>
            </a:r>
            <a:r>
              <a:rPr lang="en-US" sz="2400" dirty="0">
                <a:latin typeface="Times New Roman" panose="02020603050405020304" pitchFamily="18" charset="0"/>
                <a:cs typeface="Times New Roman" panose="02020603050405020304" pitchFamily="18" charset="0"/>
              </a:rPr>
              <a:t>- Submit hazard details, attach photo/audio, select location.</a:t>
            </a:r>
          </a:p>
          <a:p>
            <a:r>
              <a:rPr lang="en-US" sz="2400" b="1" dirty="0">
                <a:latin typeface="Times New Roman" panose="02020603050405020304" pitchFamily="18" charset="0"/>
                <a:cs typeface="Times New Roman" panose="02020603050405020304" pitchFamily="18" charset="0"/>
              </a:rPr>
              <a:t>       Hazard Mapping Module</a:t>
            </a:r>
            <a:r>
              <a:rPr lang="en-US" sz="2400" dirty="0">
                <a:latin typeface="Times New Roman" panose="02020603050405020304" pitchFamily="18" charset="0"/>
                <a:cs typeface="Times New Roman" panose="02020603050405020304" pitchFamily="18" charset="0"/>
              </a:rPr>
              <a:t> – Display hazards Location on Leaflet Maps for users and       				       authorities/admins.</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AI Validation Module – </a:t>
            </a:r>
            <a:r>
              <a:rPr lang="en-US" sz="2400" dirty="0">
                <a:latin typeface="Times New Roman" panose="02020603050405020304" pitchFamily="18" charset="0"/>
                <a:cs typeface="Times New Roman" panose="02020603050405020304" pitchFamily="18" charset="0"/>
              </a:rPr>
              <a:t>This module verify the user submitted report that is fake or Real </a:t>
            </a:r>
            <a:endParaRPr lang="en-US" sz="24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Dashboard Module – </a:t>
            </a:r>
            <a:r>
              <a:rPr lang="en-US" sz="2400" dirty="0">
                <a:latin typeface="Times New Roman" panose="02020603050405020304" pitchFamily="18" charset="0"/>
                <a:cs typeface="Times New Roman" panose="02020603050405020304" pitchFamily="18" charset="0"/>
              </a:rPr>
              <a:t>Admin Dashboard , User Dashboard .</a:t>
            </a:r>
            <a:r>
              <a:rPr lang="en-US" sz="2400" b="1"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Forgot Password Module  - </a:t>
            </a:r>
            <a:r>
              <a:rPr lang="en-US" sz="2400" dirty="0">
                <a:latin typeface="Times New Roman" panose="02020603050405020304" pitchFamily="18" charset="0"/>
                <a:cs typeface="Times New Roman" panose="02020603050405020304" pitchFamily="18" charset="0"/>
              </a:rPr>
              <a:t>If the users forgot their password , then utilize this module</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they can reset the password.</a:t>
            </a:r>
            <a:endParaRPr lang="en-US" sz="24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Database Module</a:t>
            </a:r>
            <a:r>
              <a:rPr lang="en-US" sz="2400" dirty="0">
                <a:latin typeface="Times New Roman" panose="02020603050405020304" pitchFamily="18" charset="0"/>
                <a:cs typeface="Times New Roman" panose="02020603050405020304" pitchFamily="18" charset="0"/>
              </a:rPr>
              <a:t> – Store and retrieve reports, user data, and status updates </a:t>
            </a:r>
          </a:p>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 Database Name: </a:t>
            </a:r>
            <a:r>
              <a:rPr lang="en-US" sz="2400" dirty="0">
                <a:latin typeface="Times New Roman" panose="02020603050405020304" pitchFamily="18" charset="0"/>
                <a:cs typeface="Times New Roman" panose="02020603050405020304" pitchFamily="18" charset="0"/>
              </a:rPr>
              <a:t>Neighbourguard_db.</a:t>
            </a:r>
          </a:p>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Tables: </a:t>
            </a:r>
            <a:r>
              <a:rPr lang="en-US" sz="2400" dirty="0">
                <a:latin typeface="Times New Roman" panose="02020603050405020304" pitchFamily="18" charset="0"/>
                <a:cs typeface="Times New Roman" panose="02020603050405020304" pitchFamily="18" charset="0"/>
              </a:rPr>
              <a:t>Reports, Users .</a:t>
            </a:r>
          </a:p>
        </p:txBody>
      </p:sp>
      <p:sp>
        <p:nvSpPr>
          <p:cNvPr id="3" name="TextBox 2">
            <a:extLst>
              <a:ext uri="{FF2B5EF4-FFF2-40B4-BE49-F238E27FC236}">
                <a16:creationId xmlns:a16="http://schemas.microsoft.com/office/drawing/2014/main" id="{88B7F4C0-86FB-E760-E6BD-BC66A4AC7E2A}"/>
              </a:ext>
            </a:extLst>
          </p:cNvPr>
          <p:cNvSpPr txBox="1"/>
          <p:nvPr/>
        </p:nvSpPr>
        <p:spPr>
          <a:xfrm>
            <a:off x="4139512" y="259492"/>
            <a:ext cx="4521887" cy="83099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List of Modules &amp; Explanation</a:t>
            </a:r>
          </a:p>
          <a:p>
            <a:endParaRPr lang="en-US" sz="2400" dirty="0"/>
          </a:p>
        </p:txBody>
      </p:sp>
    </p:spTree>
    <p:extLst>
      <p:ext uri="{BB962C8B-B14F-4D97-AF65-F5344CB8AC3E}">
        <p14:creationId xmlns:p14="http://schemas.microsoft.com/office/powerpoint/2010/main" val="264811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ACF7D0-83A5-7203-F4A0-78722E228775}"/>
              </a:ext>
            </a:extLst>
          </p:cNvPr>
          <p:cNvSpPr txBox="1"/>
          <p:nvPr/>
        </p:nvSpPr>
        <p:spPr>
          <a:xfrm>
            <a:off x="856392" y="969830"/>
            <a:ext cx="9687697" cy="1569660"/>
          </a:xfrm>
          <a:prstGeom prst="rect">
            <a:avLst/>
          </a:prstGeom>
          <a:noFill/>
        </p:spPr>
        <p:txBody>
          <a:bodyPr wrap="square" rtlCol="0">
            <a:spAutoFit/>
          </a:bodyPr>
          <a:lstStyle/>
          <a:p>
            <a:pPr marL="457200" indent="-457200">
              <a:buAutoNum type="arabicPeriod"/>
            </a:pPr>
            <a:r>
              <a:rPr lang="en-US" sz="2400" b="1" dirty="0">
                <a:latin typeface="Times New Roman" panose="02020603050405020304" pitchFamily="18" charset="0"/>
                <a:cs typeface="Times New Roman" panose="02020603050405020304" pitchFamily="18" charset="0"/>
              </a:rPr>
              <a:t>Authentication Module - </a:t>
            </a:r>
            <a:r>
              <a:rPr lang="en-US" sz="2400" dirty="0">
                <a:latin typeface="Times New Roman" panose="02020603050405020304" pitchFamily="18" charset="0"/>
                <a:cs typeface="Times New Roman" panose="02020603050405020304" pitchFamily="18" charset="0"/>
              </a:rPr>
              <a:t>User &amp; Admin login system, Session management, Password hashing, Google login integration.</a:t>
            </a:r>
          </a:p>
          <a:p>
            <a:r>
              <a:rPr lang="en-US" sz="2400" dirty="0">
                <a:latin typeface="Times New Roman" panose="02020603050405020304" pitchFamily="18" charset="0"/>
                <a:cs typeface="Times New Roman" panose="02020603050405020304" pitchFamily="18" charset="0"/>
              </a:rPr>
              <a:t>    Flowchart (Login → Verify → Redirect to dashboards(User/Admin).</a:t>
            </a:r>
          </a:p>
          <a:p>
            <a:r>
              <a:rPr lang="en-US" sz="2400" dirty="0">
                <a:latin typeface="Times New Roman" panose="02020603050405020304" pitchFamily="18" charset="0"/>
                <a:cs typeface="Times New Roman" panose="02020603050405020304" pitchFamily="18" charset="0"/>
              </a:rPr>
              <a:t>      </a:t>
            </a:r>
          </a:p>
        </p:txBody>
      </p:sp>
      <p:sp>
        <p:nvSpPr>
          <p:cNvPr id="4" name="Rectangle: Rounded Corners 3">
            <a:extLst>
              <a:ext uri="{FF2B5EF4-FFF2-40B4-BE49-F238E27FC236}">
                <a16:creationId xmlns:a16="http://schemas.microsoft.com/office/drawing/2014/main" id="{CA2CA06F-8BF3-3CA7-D304-8B703F6142D1}"/>
              </a:ext>
            </a:extLst>
          </p:cNvPr>
          <p:cNvSpPr/>
          <p:nvPr/>
        </p:nvSpPr>
        <p:spPr>
          <a:xfrm>
            <a:off x="4621425" y="2768265"/>
            <a:ext cx="1915298" cy="56841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Login</a:t>
            </a:r>
          </a:p>
        </p:txBody>
      </p:sp>
      <p:sp>
        <p:nvSpPr>
          <p:cNvPr id="5" name="Diamond 4">
            <a:extLst>
              <a:ext uri="{FF2B5EF4-FFF2-40B4-BE49-F238E27FC236}">
                <a16:creationId xmlns:a16="http://schemas.microsoft.com/office/drawing/2014/main" id="{44799B58-6F53-62A4-F343-51CAAE0B872A}"/>
              </a:ext>
            </a:extLst>
          </p:cNvPr>
          <p:cNvSpPr/>
          <p:nvPr/>
        </p:nvSpPr>
        <p:spPr>
          <a:xfrm>
            <a:off x="4263079" y="3633238"/>
            <a:ext cx="2631990" cy="1334530"/>
          </a:xfrm>
          <a:prstGeom prst="diamond">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Verify user/admin</a:t>
            </a:r>
          </a:p>
        </p:txBody>
      </p:sp>
      <p:sp>
        <p:nvSpPr>
          <p:cNvPr id="7" name="Flowchart: Process 6">
            <a:extLst>
              <a:ext uri="{FF2B5EF4-FFF2-40B4-BE49-F238E27FC236}">
                <a16:creationId xmlns:a16="http://schemas.microsoft.com/office/drawing/2014/main" id="{0EE44AA4-6869-663F-E70E-FAD951D8BF5E}"/>
              </a:ext>
            </a:extLst>
          </p:cNvPr>
          <p:cNvSpPr/>
          <p:nvPr/>
        </p:nvSpPr>
        <p:spPr>
          <a:xfrm>
            <a:off x="2248929" y="4967767"/>
            <a:ext cx="1754659" cy="923330"/>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User Dashboard</a:t>
            </a:r>
          </a:p>
        </p:txBody>
      </p:sp>
      <p:sp>
        <p:nvSpPr>
          <p:cNvPr id="8" name="Flowchart: Process 7">
            <a:extLst>
              <a:ext uri="{FF2B5EF4-FFF2-40B4-BE49-F238E27FC236}">
                <a16:creationId xmlns:a16="http://schemas.microsoft.com/office/drawing/2014/main" id="{141FAD00-414E-2719-9F5E-30B5578531C8}"/>
              </a:ext>
            </a:extLst>
          </p:cNvPr>
          <p:cNvSpPr/>
          <p:nvPr/>
        </p:nvSpPr>
        <p:spPr>
          <a:xfrm>
            <a:off x="7043350" y="4967768"/>
            <a:ext cx="1754659" cy="923330"/>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Admin Dashboard</a:t>
            </a:r>
          </a:p>
        </p:txBody>
      </p:sp>
      <p:cxnSp>
        <p:nvCxnSpPr>
          <p:cNvPr id="10" name="Straight Arrow Connector 9">
            <a:extLst>
              <a:ext uri="{FF2B5EF4-FFF2-40B4-BE49-F238E27FC236}">
                <a16:creationId xmlns:a16="http://schemas.microsoft.com/office/drawing/2014/main" id="{767777D1-5121-E415-8473-3F56CE90266F}"/>
              </a:ext>
            </a:extLst>
          </p:cNvPr>
          <p:cNvCxnSpPr>
            <a:stCxn id="4" idx="2"/>
            <a:endCxn id="5" idx="0"/>
          </p:cNvCxnSpPr>
          <p:nvPr/>
        </p:nvCxnSpPr>
        <p:spPr>
          <a:xfrm>
            <a:off x="5579074" y="3336676"/>
            <a:ext cx="0" cy="296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A27B99FC-D349-4778-6CF0-A9D9669D08A9}"/>
              </a:ext>
            </a:extLst>
          </p:cNvPr>
          <p:cNvCxnSpPr>
            <a:stCxn id="5" idx="1"/>
          </p:cNvCxnSpPr>
          <p:nvPr/>
        </p:nvCxnSpPr>
        <p:spPr>
          <a:xfrm flipH="1">
            <a:off x="3039761" y="4300503"/>
            <a:ext cx="1223318" cy="24713"/>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94DB68C0-9264-B379-F155-AB2E23B4533F}"/>
              </a:ext>
            </a:extLst>
          </p:cNvPr>
          <p:cNvCxnSpPr>
            <a:stCxn id="5" idx="3"/>
          </p:cNvCxnSpPr>
          <p:nvPr/>
        </p:nvCxnSpPr>
        <p:spPr>
          <a:xfrm>
            <a:off x="6895069" y="4300503"/>
            <a:ext cx="1025610" cy="0"/>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F52A04D6-E473-D3BB-92F5-0750E78882CB}"/>
              </a:ext>
            </a:extLst>
          </p:cNvPr>
          <p:cNvCxnSpPr>
            <a:cxnSpLocks/>
          </p:cNvCxnSpPr>
          <p:nvPr/>
        </p:nvCxnSpPr>
        <p:spPr>
          <a:xfrm flipH="1">
            <a:off x="3027134" y="4325216"/>
            <a:ext cx="12627" cy="6425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CBD58759-F771-E774-0B7A-A004F67A17F7}"/>
              </a:ext>
            </a:extLst>
          </p:cNvPr>
          <p:cNvCxnSpPr/>
          <p:nvPr/>
        </p:nvCxnSpPr>
        <p:spPr>
          <a:xfrm>
            <a:off x="7920142" y="4300502"/>
            <a:ext cx="537" cy="6672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588DE6E4-6838-CD6D-2F81-D0BCB76ABCAB}"/>
              </a:ext>
            </a:extLst>
          </p:cNvPr>
          <p:cNvSpPr txBox="1"/>
          <p:nvPr/>
        </p:nvSpPr>
        <p:spPr>
          <a:xfrm>
            <a:off x="3237469" y="3814125"/>
            <a:ext cx="1198605" cy="369332"/>
          </a:xfrm>
          <a:prstGeom prst="rect">
            <a:avLst/>
          </a:prstGeom>
          <a:noFill/>
        </p:spPr>
        <p:txBody>
          <a:bodyPr wrap="square" rtlCol="0">
            <a:spAutoFit/>
          </a:bodyPr>
          <a:lstStyle/>
          <a:p>
            <a:r>
              <a:rPr lang="en-US" dirty="0"/>
              <a:t>If User </a:t>
            </a:r>
          </a:p>
        </p:txBody>
      </p:sp>
      <p:sp>
        <p:nvSpPr>
          <p:cNvPr id="25" name="TextBox 24">
            <a:extLst>
              <a:ext uri="{FF2B5EF4-FFF2-40B4-BE49-F238E27FC236}">
                <a16:creationId xmlns:a16="http://schemas.microsoft.com/office/drawing/2014/main" id="{C1B254F4-0BAD-768B-278B-8E9B2A9CEE54}"/>
              </a:ext>
            </a:extLst>
          </p:cNvPr>
          <p:cNvSpPr txBox="1"/>
          <p:nvPr/>
        </p:nvSpPr>
        <p:spPr>
          <a:xfrm>
            <a:off x="7043081" y="3868016"/>
            <a:ext cx="1198605" cy="369332"/>
          </a:xfrm>
          <a:prstGeom prst="rect">
            <a:avLst/>
          </a:prstGeom>
          <a:noFill/>
        </p:spPr>
        <p:txBody>
          <a:bodyPr wrap="square" rtlCol="0">
            <a:spAutoFit/>
          </a:bodyPr>
          <a:lstStyle/>
          <a:p>
            <a:r>
              <a:rPr lang="en-US" dirty="0"/>
              <a:t>If Admin</a:t>
            </a:r>
          </a:p>
        </p:txBody>
      </p:sp>
    </p:spTree>
    <p:extLst>
      <p:ext uri="{BB962C8B-B14F-4D97-AF65-F5344CB8AC3E}">
        <p14:creationId xmlns:p14="http://schemas.microsoft.com/office/powerpoint/2010/main" val="707905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ACF7D0-83A5-7203-F4A0-78722E228775}"/>
              </a:ext>
            </a:extLst>
          </p:cNvPr>
          <p:cNvSpPr txBox="1"/>
          <p:nvPr/>
        </p:nvSpPr>
        <p:spPr>
          <a:xfrm>
            <a:off x="697126" y="436241"/>
            <a:ext cx="9687697" cy="1938992"/>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2.Hazard Reporting Module  </a:t>
            </a:r>
            <a:r>
              <a:rPr lang="en-US" sz="2400" dirty="0">
                <a:latin typeface="Times New Roman" panose="02020603050405020304" pitchFamily="18" charset="0"/>
                <a:cs typeface="Times New Roman" panose="02020603050405020304" pitchFamily="18" charset="0"/>
              </a:rPr>
              <a:t>- Users submit reports That Contains: Name ,Description , Image , Audio, Location(on Leaflet Map) , Data stored temporarily before validation. </a:t>
            </a:r>
          </a:p>
          <a:p>
            <a:r>
              <a:rPr lang="en-US" sz="2400" dirty="0">
                <a:latin typeface="Times New Roman" panose="02020603050405020304" pitchFamily="18" charset="0"/>
                <a:cs typeface="Times New Roman" panose="02020603050405020304" pitchFamily="18" charset="0"/>
              </a:rPr>
              <a:t>User → Form → Database</a:t>
            </a:r>
          </a:p>
          <a:p>
            <a:endParaRPr lang="en-US" sz="2400" dirty="0">
              <a:latin typeface="Times New Roman" panose="02020603050405020304" pitchFamily="18" charset="0"/>
              <a:cs typeface="Times New Roman" panose="02020603050405020304" pitchFamily="18" charset="0"/>
            </a:endParaRPr>
          </a:p>
        </p:txBody>
      </p:sp>
      <p:sp>
        <p:nvSpPr>
          <p:cNvPr id="5" name="Flowchart: Process 4">
            <a:extLst>
              <a:ext uri="{FF2B5EF4-FFF2-40B4-BE49-F238E27FC236}">
                <a16:creationId xmlns:a16="http://schemas.microsoft.com/office/drawing/2014/main" id="{D051CE4E-B4C5-9D2E-C1B7-79FC0ABB63E6}"/>
              </a:ext>
            </a:extLst>
          </p:cNvPr>
          <p:cNvSpPr/>
          <p:nvPr/>
        </p:nvSpPr>
        <p:spPr>
          <a:xfrm>
            <a:off x="5843716" y="1793453"/>
            <a:ext cx="1556951" cy="612648"/>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After Login</a:t>
            </a:r>
          </a:p>
          <a:p>
            <a:pPr algn="ctr"/>
            <a:r>
              <a:rPr lang="en-US" dirty="0"/>
              <a:t>(User) </a:t>
            </a:r>
          </a:p>
        </p:txBody>
      </p:sp>
      <p:sp>
        <p:nvSpPr>
          <p:cNvPr id="7" name="Flowchart: Alternate Process 6">
            <a:extLst>
              <a:ext uri="{FF2B5EF4-FFF2-40B4-BE49-F238E27FC236}">
                <a16:creationId xmlns:a16="http://schemas.microsoft.com/office/drawing/2014/main" id="{374D6765-4248-6998-B273-2F3DD04956E4}"/>
              </a:ext>
            </a:extLst>
          </p:cNvPr>
          <p:cNvSpPr/>
          <p:nvPr/>
        </p:nvSpPr>
        <p:spPr>
          <a:xfrm>
            <a:off x="5540975" y="2922372"/>
            <a:ext cx="2162432" cy="827903"/>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Report form +  Hazard Location</a:t>
            </a:r>
          </a:p>
        </p:txBody>
      </p:sp>
      <p:sp>
        <p:nvSpPr>
          <p:cNvPr id="8" name="Flowchart: Alternate Process 7">
            <a:extLst>
              <a:ext uri="{FF2B5EF4-FFF2-40B4-BE49-F238E27FC236}">
                <a16:creationId xmlns:a16="http://schemas.microsoft.com/office/drawing/2014/main" id="{0CB5CF47-F0AF-1CEC-D229-FE836C9356DE}"/>
              </a:ext>
            </a:extLst>
          </p:cNvPr>
          <p:cNvSpPr/>
          <p:nvPr/>
        </p:nvSpPr>
        <p:spPr>
          <a:xfrm>
            <a:off x="3137586" y="3089189"/>
            <a:ext cx="1729946" cy="494271"/>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Text +Image </a:t>
            </a:r>
          </a:p>
        </p:txBody>
      </p:sp>
      <p:sp>
        <p:nvSpPr>
          <p:cNvPr id="10" name="Flowchart: Alternate Process 9">
            <a:extLst>
              <a:ext uri="{FF2B5EF4-FFF2-40B4-BE49-F238E27FC236}">
                <a16:creationId xmlns:a16="http://schemas.microsoft.com/office/drawing/2014/main" id="{DBC86B45-8AE2-4209-E86B-DE321FB2225D}"/>
              </a:ext>
            </a:extLst>
          </p:cNvPr>
          <p:cNvSpPr/>
          <p:nvPr/>
        </p:nvSpPr>
        <p:spPr>
          <a:xfrm>
            <a:off x="8475705" y="3089189"/>
            <a:ext cx="2162432" cy="494271"/>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Audio(optional)</a:t>
            </a:r>
          </a:p>
        </p:txBody>
      </p:sp>
      <p:sp>
        <p:nvSpPr>
          <p:cNvPr id="11" name="Flowchart: Alternate Process 10">
            <a:extLst>
              <a:ext uri="{FF2B5EF4-FFF2-40B4-BE49-F238E27FC236}">
                <a16:creationId xmlns:a16="http://schemas.microsoft.com/office/drawing/2014/main" id="{BCD45D26-2B30-2746-2F34-6A51D3B23D2C}"/>
              </a:ext>
            </a:extLst>
          </p:cNvPr>
          <p:cNvSpPr/>
          <p:nvPr/>
        </p:nvSpPr>
        <p:spPr>
          <a:xfrm>
            <a:off x="5540975" y="4594988"/>
            <a:ext cx="2080054" cy="568411"/>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Submit Report</a:t>
            </a:r>
          </a:p>
        </p:txBody>
      </p:sp>
      <p:cxnSp>
        <p:nvCxnSpPr>
          <p:cNvPr id="13" name="Straight Arrow Connector 12">
            <a:extLst>
              <a:ext uri="{FF2B5EF4-FFF2-40B4-BE49-F238E27FC236}">
                <a16:creationId xmlns:a16="http://schemas.microsoft.com/office/drawing/2014/main" id="{97F69C28-43B7-FEAA-6E1C-5BD31CFDCC68}"/>
              </a:ext>
            </a:extLst>
          </p:cNvPr>
          <p:cNvCxnSpPr>
            <a:cxnSpLocks/>
            <a:stCxn id="5" idx="2"/>
            <a:endCxn id="7" idx="0"/>
          </p:cNvCxnSpPr>
          <p:nvPr/>
        </p:nvCxnSpPr>
        <p:spPr>
          <a:xfrm flipH="1">
            <a:off x="6622191" y="2406101"/>
            <a:ext cx="1" cy="5162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D0C08039-10CD-93B4-2928-45F78982FBB3}"/>
              </a:ext>
            </a:extLst>
          </p:cNvPr>
          <p:cNvCxnSpPr>
            <a:cxnSpLocks/>
            <a:stCxn id="8" idx="3"/>
            <a:endCxn id="7" idx="1"/>
          </p:cNvCxnSpPr>
          <p:nvPr/>
        </p:nvCxnSpPr>
        <p:spPr>
          <a:xfrm flipV="1">
            <a:off x="4867532" y="3336324"/>
            <a:ext cx="673443"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295C2530-41BC-CA53-7E3A-89E329733E3D}"/>
              </a:ext>
            </a:extLst>
          </p:cNvPr>
          <p:cNvCxnSpPr>
            <a:cxnSpLocks/>
            <a:stCxn id="10" idx="1"/>
            <a:endCxn id="7" idx="3"/>
          </p:cNvCxnSpPr>
          <p:nvPr/>
        </p:nvCxnSpPr>
        <p:spPr>
          <a:xfrm flipH="1" flipV="1">
            <a:off x="7703407" y="3336324"/>
            <a:ext cx="772298"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C8C62DD5-D7D2-9B0F-9686-474D68A43A26}"/>
              </a:ext>
            </a:extLst>
          </p:cNvPr>
          <p:cNvCxnSpPr>
            <a:cxnSpLocks/>
          </p:cNvCxnSpPr>
          <p:nvPr/>
        </p:nvCxnSpPr>
        <p:spPr>
          <a:xfrm flipH="1">
            <a:off x="6599294" y="3750275"/>
            <a:ext cx="4600" cy="8447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C5A531E2-56F7-DBDD-0772-6C04ED093258}"/>
              </a:ext>
            </a:extLst>
          </p:cNvPr>
          <p:cNvSpPr txBox="1"/>
          <p:nvPr/>
        </p:nvSpPr>
        <p:spPr>
          <a:xfrm>
            <a:off x="4974108" y="2855782"/>
            <a:ext cx="237867" cy="369332"/>
          </a:xfrm>
          <a:prstGeom prst="rect">
            <a:avLst/>
          </a:prstGeom>
          <a:noFill/>
        </p:spPr>
        <p:txBody>
          <a:bodyPr wrap="square" rtlCol="0">
            <a:spAutoFit/>
          </a:bodyPr>
          <a:lstStyle/>
          <a:p>
            <a:endParaRPr lang="en-US" dirty="0"/>
          </a:p>
        </p:txBody>
      </p:sp>
      <p:sp>
        <p:nvSpPr>
          <p:cNvPr id="34" name="Rectangle 33">
            <a:extLst>
              <a:ext uri="{FF2B5EF4-FFF2-40B4-BE49-F238E27FC236}">
                <a16:creationId xmlns:a16="http://schemas.microsoft.com/office/drawing/2014/main" id="{E0792693-E9C1-2800-7719-EEDAD93042E6}"/>
              </a:ext>
            </a:extLst>
          </p:cNvPr>
          <p:cNvSpPr/>
          <p:nvPr/>
        </p:nvSpPr>
        <p:spPr>
          <a:xfrm>
            <a:off x="5843716" y="5550912"/>
            <a:ext cx="1396313"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AI Validation</a:t>
            </a:r>
          </a:p>
        </p:txBody>
      </p:sp>
      <p:cxnSp>
        <p:nvCxnSpPr>
          <p:cNvPr id="36" name="Straight Arrow Connector 35">
            <a:extLst>
              <a:ext uri="{FF2B5EF4-FFF2-40B4-BE49-F238E27FC236}">
                <a16:creationId xmlns:a16="http://schemas.microsoft.com/office/drawing/2014/main" id="{E848A216-7F86-7AFB-E99F-786692492084}"/>
              </a:ext>
            </a:extLst>
          </p:cNvPr>
          <p:cNvCxnSpPr>
            <a:cxnSpLocks/>
          </p:cNvCxnSpPr>
          <p:nvPr/>
        </p:nvCxnSpPr>
        <p:spPr>
          <a:xfrm flipH="1">
            <a:off x="6571867" y="5163399"/>
            <a:ext cx="767" cy="3875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003156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ACF7D0-83A5-7203-F4A0-78722E228775}"/>
              </a:ext>
            </a:extLst>
          </p:cNvPr>
          <p:cNvSpPr txBox="1"/>
          <p:nvPr/>
        </p:nvSpPr>
        <p:spPr>
          <a:xfrm>
            <a:off x="985456" y="495082"/>
            <a:ext cx="10725665" cy="1569660"/>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3.AI Validation Module </a:t>
            </a:r>
            <a:r>
              <a:rPr lang="en-US" sz="2400" dirty="0">
                <a:latin typeface="Times New Roman" panose="02020603050405020304" pitchFamily="18" charset="0"/>
                <a:cs typeface="Times New Roman" panose="02020603050405020304" pitchFamily="18" charset="0"/>
              </a:rPr>
              <a:t>- Trust score based on: Text length , Keywords , Image presence, Audio evidence</a:t>
            </a:r>
          </a:p>
          <a:p>
            <a:r>
              <a:rPr lang="en-US" sz="2400" dirty="0">
                <a:latin typeface="Times New Roman" panose="02020603050405020304" pitchFamily="18" charset="0"/>
                <a:cs typeface="Times New Roman" panose="02020603050405020304" pitchFamily="18" charset="0"/>
              </a:rPr>
              <a:t>Use : Filters fake reports  If only Storing Valid reports in the reports table .  </a:t>
            </a:r>
          </a:p>
          <a:p>
            <a:r>
              <a:rPr lang="en-US" sz="2400" dirty="0">
                <a:latin typeface="Times New Roman" panose="02020603050405020304" pitchFamily="18" charset="0"/>
                <a:cs typeface="Times New Roman" panose="02020603050405020304" pitchFamily="18" charset="0"/>
              </a:rPr>
              <a:t> Input → AI Check → Accept/Reject</a:t>
            </a:r>
          </a:p>
        </p:txBody>
      </p:sp>
      <p:sp>
        <p:nvSpPr>
          <p:cNvPr id="5" name="Flowchart: Process 4">
            <a:extLst>
              <a:ext uri="{FF2B5EF4-FFF2-40B4-BE49-F238E27FC236}">
                <a16:creationId xmlns:a16="http://schemas.microsoft.com/office/drawing/2014/main" id="{EF4BAA91-93E9-EA31-49C4-5308519D413C}"/>
              </a:ext>
            </a:extLst>
          </p:cNvPr>
          <p:cNvSpPr/>
          <p:nvPr/>
        </p:nvSpPr>
        <p:spPr>
          <a:xfrm>
            <a:off x="4065372" y="2602086"/>
            <a:ext cx="2302477" cy="826914"/>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Receive Inputs</a:t>
            </a:r>
          </a:p>
          <a:p>
            <a:pPr algn="ctr"/>
            <a:r>
              <a:rPr lang="en-US" dirty="0"/>
              <a:t>(From reports page)</a:t>
            </a:r>
          </a:p>
        </p:txBody>
      </p:sp>
      <p:sp>
        <p:nvSpPr>
          <p:cNvPr id="6" name="Flowchart: Decision 5">
            <a:extLst>
              <a:ext uri="{FF2B5EF4-FFF2-40B4-BE49-F238E27FC236}">
                <a16:creationId xmlns:a16="http://schemas.microsoft.com/office/drawing/2014/main" id="{D94FB704-9CE3-E6F1-ED1F-5CAAA7E3FF18}"/>
              </a:ext>
            </a:extLst>
          </p:cNvPr>
          <p:cNvSpPr/>
          <p:nvPr/>
        </p:nvSpPr>
        <p:spPr>
          <a:xfrm>
            <a:off x="3439299" y="3877271"/>
            <a:ext cx="3595816" cy="1112109"/>
          </a:xfrm>
          <a:prstGeom prst="flowChartDecisi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If </a:t>
            </a:r>
          </a:p>
          <a:p>
            <a:pPr algn="ctr"/>
            <a:r>
              <a:rPr lang="en-US" dirty="0"/>
              <a:t>Trust score &gt;= 50%</a:t>
            </a:r>
          </a:p>
        </p:txBody>
      </p:sp>
      <p:cxnSp>
        <p:nvCxnSpPr>
          <p:cNvPr id="13" name="Straight Connector 12">
            <a:extLst>
              <a:ext uri="{FF2B5EF4-FFF2-40B4-BE49-F238E27FC236}">
                <a16:creationId xmlns:a16="http://schemas.microsoft.com/office/drawing/2014/main" id="{B85F0DEC-A7A7-B2C3-79F7-97E1CE8921F0}"/>
              </a:ext>
            </a:extLst>
          </p:cNvPr>
          <p:cNvCxnSpPr>
            <a:cxnSpLocks/>
            <a:stCxn id="6" idx="1"/>
          </p:cNvCxnSpPr>
          <p:nvPr/>
        </p:nvCxnSpPr>
        <p:spPr>
          <a:xfrm flipH="1">
            <a:off x="2656703" y="4433326"/>
            <a:ext cx="782596" cy="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61D91672-5FFB-486D-B5FA-889E058FEDDF}"/>
              </a:ext>
            </a:extLst>
          </p:cNvPr>
          <p:cNvCxnSpPr>
            <a:cxnSpLocks/>
          </p:cNvCxnSpPr>
          <p:nvPr/>
        </p:nvCxnSpPr>
        <p:spPr>
          <a:xfrm>
            <a:off x="2656703" y="4433325"/>
            <a:ext cx="0" cy="5560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325901D6-6A3B-A5E6-09B2-C2F66F65BAD3}"/>
              </a:ext>
            </a:extLst>
          </p:cNvPr>
          <p:cNvCxnSpPr>
            <a:cxnSpLocks/>
          </p:cNvCxnSpPr>
          <p:nvPr/>
        </p:nvCxnSpPr>
        <p:spPr>
          <a:xfrm flipH="1">
            <a:off x="7035115" y="4433325"/>
            <a:ext cx="782596" cy="0"/>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AE3D2A7F-4F73-5FA0-0240-6841BB4CC395}"/>
              </a:ext>
            </a:extLst>
          </p:cNvPr>
          <p:cNvCxnSpPr>
            <a:cxnSpLocks/>
          </p:cNvCxnSpPr>
          <p:nvPr/>
        </p:nvCxnSpPr>
        <p:spPr>
          <a:xfrm>
            <a:off x="7817711" y="4433324"/>
            <a:ext cx="0" cy="5560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93053A7D-DE73-1240-55AA-3D433B4A21F4}"/>
              </a:ext>
            </a:extLst>
          </p:cNvPr>
          <p:cNvSpPr txBox="1"/>
          <p:nvPr/>
        </p:nvSpPr>
        <p:spPr>
          <a:xfrm>
            <a:off x="2755557" y="3877270"/>
            <a:ext cx="1173892" cy="369332"/>
          </a:xfrm>
          <a:prstGeom prst="rect">
            <a:avLst/>
          </a:prstGeom>
          <a:noFill/>
        </p:spPr>
        <p:txBody>
          <a:bodyPr wrap="square" rtlCol="0">
            <a:spAutoFit/>
          </a:bodyPr>
          <a:lstStyle/>
          <a:p>
            <a:r>
              <a:rPr lang="en-US" dirty="0"/>
              <a:t>True</a:t>
            </a:r>
          </a:p>
        </p:txBody>
      </p:sp>
      <p:sp>
        <p:nvSpPr>
          <p:cNvPr id="25" name="TextBox 24">
            <a:extLst>
              <a:ext uri="{FF2B5EF4-FFF2-40B4-BE49-F238E27FC236}">
                <a16:creationId xmlns:a16="http://schemas.microsoft.com/office/drawing/2014/main" id="{19C9CC6D-8CA9-E35A-CC52-2904FCAE1C9D}"/>
              </a:ext>
            </a:extLst>
          </p:cNvPr>
          <p:cNvSpPr txBox="1"/>
          <p:nvPr/>
        </p:nvSpPr>
        <p:spPr>
          <a:xfrm>
            <a:off x="7035115" y="3970630"/>
            <a:ext cx="1266566" cy="369332"/>
          </a:xfrm>
          <a:prstGeom prst="rect">
            <a:avLst/>
          </a:prstGeom>
          <a:noFill/>
        </p:spPr>
        <p:txBody>
          <a:bodyPr wrap="square" rtlCol="0">
            <a:spAutoFit/>
          </a:bodyPr>
          <a:lstStyle/>
          <a:p>
            <a:r>
              <a:rPr lang="en-US" dirty="0"/>
              <a:t>False</a:t>
            </a:r>
          </a:p>
        </p:txBody>
      </p:sp>
      <p:cxnSp>
        <p:nvCxnSpPr>
          <p:cNvPr id="27" name="Straight Arrow Connector 26">
            <a:extLst>
              <a:ext uri="{FF2B5EF4-FFF2-40B4-BE49-F238E27FC236}">
                <a16:creationId xmlns:a16="http://schemas.microsoft.com/office/drawing/2014/main" id="{B56D38CA-035F-D9E6-88A0-8561B1D91A5A}"/>
              </a:ext>
            </a:extLst>
          </p:cNvPr>
          <p:cNvCxnSpPr>
            <a:cxnSpLocks/>
            <a:endCxn id="6" idx="0"/>
          </p:cNvCxnSpPr>
          <p:nvPr/>
        </p:nvCxnSpPr>
        <p:spPr>
          <a:xfrm>
            <a:off x="5216610" y="3429000"/>
            <a:ext cx="20597" cy="4482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Flowchart: Alternate Process 29">
            <a:extLst>
              <a:ext uri="{FF2B5EF4-FFF2-40B4-BE49-F238E27FC236}">
                <a16:creationId xmlns:a16="http://schemas.microsoft.com/office/drawing/2014/main" id="{7F41C9E1-544A-D2EA-AEE6-E39B299217AA}"/>
              </a:ext>
            </a:extLst>
          </p:cNvPr>
          <p:cNvSpPr/>
          <p:nvPr/>
        </p:nvSpPr>
        <p:spPr>
          <a:xfrm>
            <a:off x="1830865" y="4989379"/>
            <a:ext cx="2098584" cy="923329"/>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Report Accepted</a:t>
            </a:r>
          </a:p>
          <a:p>
            <a:pPr algn="ctr"/>
            <a:r>
              <a:rPr lang="en-US" dirty="0"/>
              <a:t>(then Stored in DB)</a:t>
            </a:r>
          </a:p>
        </p:txBody>
      </p:sp>
      <p:sp>
        <p:nvSpPr>
          <p:cNvPr id="32" name="Flowchart: Alternate Process 31">
            <a:extLst>
              <a:ext uri="{FF2B5EF4-FFF2-40B4-BE49-F238E27FC236}">
                <a16:creationId xmlns:a16="http://schemas.microsoft.com/office/drawing/2014/main" id="{D18913D8-0457-F6E5-81A5-146B7D477047}"/>
              </a:ext>
            </a:extLst>
          </p:cNvPr>
          <p:cNvSpPr/>
          <p:nvPr/>
        </p:nvSpPr>
        <p:spPr>
          <a:xfrm>
            <a:off x="6768419" y="5025072"/>
            <a:ext cx="2098584" cy="923329"/>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Report Rejected</a:t>
            </a:r>
          </a:p>
          <a:p>
            <a:pPr algn="ctr"/>
            <a:r>
              <a:rPr lang="en-US" dirty="0"/>
              <a:t>(Try Again)</a:t>
            </a:r>
          </a:p>
        </p:txBody>
      </p:sp>
    </p:spTree>
    <p:extLst>
      <p:ext uri="{BB962C8B-B14F-4D97-AF65-F5344CB8AC3E}">
        <p14:creationId xmlns:p14="http://schemas.microsoft.com/office/powerpoint/2010/main" val="36666034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ACF7D0-83A5-7203-F4A0-78722E228775}"/>
              </a:ext>
            </a:extLst>
          </p:cNvPr>
          <p:cNvSpPr txBox="1"/>
          <p:nvPr/>
        </p:nvSpPr>
        <p:spPr>
          <a:xfrm>
            <a:off x="1019434" y="710402"/>
            <a:ext cx="10688596" cy="83099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4.Admin Module </a:t>
            </a:r>
            <a:r>
              <a:rPr lang="en-US" sz="2400" dirty="0">
                <a:latin typeface="Times New Roman" panose="02020603050405020304" pitchFamily="18" charset="0"/>
                <a:cs typeface="Times New Roman" panose="02020603050405020304" pitchFamily="18" charset="0"/>
              </a:rPr>
              <a:t>- View all users reports , Delete users (or Managing Users) , Monitor alerts.</a:t>
            </a:r>
          </a:p>
        </p:txBody>
      </p:sp>
      <p:sp>
        <p:nvSpPr>
          <p:cNvPr id="4" name="Flowchart: Alternate Process 3">
            <a:extLst>
              <a:ext uri="{FF2B5EF4-FFF2-40B4-BE49-F238E27FC236}">
                <a16:creationId xmlns:a16="http://schemas.microsoft.com/office/drawing/2014/main" id="{977D875A-98D7-A5B9-65E0-D6C208640CA5}"/>
              </a:ext>
            </a:extLst>
          </p:cNvPr>
          <p:cNvSpPr/>
          <p:nvPr/>
        </p:nvSpPr>
        <p:spPr>
          <a:xfrm>
            <a:off x="4691448" y="1637584"/>
            <a:ext cx="1515762" cy="531341"/>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 login</a:t>
            </a:r>
          </a:p>
        </p:txBody>
      </p:sp>
      <p:sp>
        <p:nvSpPr>
          <p:cNvPr id="5" name="Flowchart: Decision 4">
            <a:extLst>
              <a:ext uri="{FF2B5EF4-FFF2-40B4-BE49-F238E27FC236}">
                <a16:creationId xmlns:a16="http://schemas.microsoft.com/office/drawing/2014/main" id="{66E21B97-757A-97EF-2F20-9A9A411DDF06}"/>
              </a:ext>
            </a:extLst>
          </p:cNvPr>
          <p:cNvSpPr/>
          <p:nvPr/>
        </p:nvSpPr>
        <p:spPr>
          <a:xfrm>
            <a:off x="4316626" y="2487462"/>
            <a:ext cx="2265406" cy="1076406"/>
          </a:xfrm>
          <a:prstGeom prst="flowChartDecisi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If admin exist</a:t>
            </a:r>
          </a:p>
        </p:txBody>
      </p:sp>
      <p:sp>
        <p:nvSpPr>
          <p:cNvPr id="6" name="Flowchart: Alternate Process 5">
            <a:extLst>
              <a:ext uri="{FF2B5EF4-FFF2-40B4-BE49-F238E27FC236}">
                <a16:creationId xmlns:a16="http://schemas.microsoft.com/office/drawing/2014/main" id="{DE27A490-ECB5-7C9B-0A0A-868E419F51E9}"/>
              </a:ext>
            </a:extLst>
          </p:cNvPr>
          <p:cNvSpPr/>
          <p:nvPr/>
        </p:nvSpPr>
        <p:spPr>
          <a:xfrm>
            <a:off x="6722077" y="4017561"/>
            <a:ext cx="1791730" cy="612648"/>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Admin Dashboard</a:t>
            </a:r>
          </a:p>
        </p:txBody>
      </p:sp>
      <p:sp>
        <p:nvSpPr>
          <p:cNvPr id="7" name="Flowchart: Display 6">
            <a:extLst>
              <a:ext uri="{FF2B5EF4-FFF2-40B4-BE49-F238E27FC236}">
                <a16:creationId xmlns:a16="http://schemas.microsoft.com/office/drawing/2014/main" id="{C0AD99C4-27D2-7977-8B34-724F6DF1DA71}"/>
              </a:ext>
            </a:extLst>
          </p:cNvPr>
          <p:cNvSpPr/>
          <p:nvPr/>
        </p:nvSpPr>
        <p:spPr>
          <a:xfrm>
            <a:off x="9697995" y="4118678"/>
            <a:ext cx="1977082" cy="612648"/>
          </a:xfrm>
          <a:prstGeom prst="flowChartDisplay">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Manage Users</a:t>
            </a:r>
          </a:p>
        </p:txBody>
      </p:sp>
      <p:sp>
        <p:nvSpPr>
          <p:cNvPr id="8" name="Flowchart: Display 7">
            <a:extLst>
              <a:ext uri="{FF2B5EF4-FFF2-40B4-BE49-F238E27FC236}">
                <a16:creationId xmlns:a16="http://schemas.microsoft.com/office/drawing/2014/main" id="{E85F606C-4328-5617-7F9E-86617A98B8B0}"/>
              </a:ext>
            </a:extLst>
          </p:cNvPr>
          <p:cNvSpPr/>
          <p:nvPr/>
        </p:nvSpPr>
        <p:spPr>
          <a:xfrm>
            <a:off x="9586786" y="4837782"/>
            <a:ext cx="2265406" cy="612648"/>
          </a:xfrm>
          <a:prstGeom prst="flowChartDisplay">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Live Alerts</a:t>
            </a:r>
          </a:p>
        </p:txBody>
      </p:sp>
      <p:cxnSp>
        <p:nvCxnSpPr>
          <p:cNvPr id="10" name="Straight Arrow Connector 9">
            <a:extLst>
              <a:ext uri="{FF2B5EF4-FFF2-40B4-BE49-F238E27FC236}">
                <a16:creationId xmlns:a16="http://schemas.microsoft.com/office/drawing/2014/main" id="{1DB3ECA7-CE83-3431-6714-7C501BA0DB72}"/>
              </a:ext>
            </a:extLst>
          </p:cNvPr>
          <p:cNvCxnSpPr>
            <a:cxnSpLocks/>
          </p:cNvCxnSpPr>
          <p:nvPr/>
        </p:nvCxnSpPr>
        <p:spPr>
          <a:xfrm flipH="1">
            <a:off x="7596203" y="3081811"/>
            <a:ext cx="229" cy="9304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94A3E067-F7AF-EBF3-12E3-50F4CB0D10A2}"/>
              </a:ext>
            </a:extLst>
          </p:cNvPr>
          <p:cNvCxnSpPr>
            <a:stCxn id="4" idx="2"/>
            <a:endCxn id="5" idx="0"/>
          </p:cNvCxnSpPr>
          <p:nvPr/>
        </p:nvCxnSpPr>
        <p:spPr>
          <a:xfrm>
            <a:off x="5449329" y="2168925"/>
            <a:ext cx="0" cy="3185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91620EFC-2348-5353-C92C-C9922859E637}"/>
              </a:ext>
            </a:extLst>
          </p:cNvPr>
          <p:cNvCxnSpPr>
            <a:cxnSpLocks/>
            <a:endCxn id="7" idx="1"/>
          </p:cNvCxnSpPr>
          <p:nvPr/>
        </p:nvCxnSpPr>
        <p:spPr>
          <a:xfrm>
            <a:off x="8513807" y="4323885"/>
            <a:ext cx="1184188" cy="10111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197E3A5A-E0D2-9339-35BD-53BAF6A13231}"/>
              </a:ext>
            </a:extLst>
          </p:cNvPr>
          <p:cNvCxnSpPr>
            <a:cxnSpLocks/>
            <a:endCxn id="8" idx="1"/>
          </p:cNvCxnSpPr>
          <p:nvPr/>
        </p:nvCxnSpPr>
        <p:spPr>
          <a:xfrm>
            <a:off x="8513807" y="4323885"/>
            <a:ext cx="1072979" cy="8202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1701D8F8-8B41-8359-B81F-BBA107593DFE}"/>
              </a:ext>
            </a:extLst>
          </p:cNvPr>
          <p:cNvSpPr txBox="1"/>
          <p:nvPr/>
        </p:nvSpPr>
        <p:spPr>
          <a:xfrm>
            <a:off x="6682952" y="2712479"/>
            <a:ext cx="934990" cy="369332"/>
          </a:xfrm>
          <a:prstGeom prst="rect">
            <a:avLst/>
          </a:prstGeom>
          <a:noFill/>
        </p:spPr>
        <p:txBody>
          <a:bodyPr wrap="square" rtlCol="0">
            <a:spAutoFit/>
          </a:bodyPr>
          <a:lstStyle/>
          <a:p>
            <a:r>
              <a:rPr lang="en-US" dirty="0"/>
              <a:t>Yes</a:t>
            </a:r>
          </a:p>
        </p:txBody>
      </p:sp>
      <p:sp>
        <p:nvSpPr>
          <p:cNvPr id="22" name="TextBox 21">
            <a:extLst>
              <a:ext uri="{FF2B5EF4-FFF2-40B4-BE49-F238E27FC236}">
                <a16:creationId xmlns:a16="http://schemas.microsoft.com/office/drawing/2014/main" id="{DABD57D9-B502-A99A-CBCC-BFBB04CA94B2}"/>
              </a:ext>
            </a:extLst>
          </p:cNvPr>
          <p:cNvSpPr txBox="1"/>
          <p:nvPr/>
        </p:nvSpPr>
        <p:spPr>
          <a:xfrm flipH="1">
            <a:off x="3653785" y="2676924"/>
            <a:ext cx="493958" cy="369332"/>
          </a:xfrm>
          <a:prstGeom prst="rect">
            <a:avLst/>
          </a:prstGeom>
          <a:noFill/>
        </p:spPr>
        <p:txBody>
          <a:bodyPr wrap="square" rtlCol="0">
            <a:spAutoFit/>
          </a:bodyPr>
          <a:lstStyle/>
          <a:p>
            <a:r>
              <a:rPr lang="en-US" dirty="0"/>
              <a:t>No</a:t>
            </a:r>
          </a:p>
        </p:txBody>
      </p:sp>
      <p:sp>
        <p:nvSpPr>
          <p:cNvPr id="23" name="Flowchart: Alternate Process 22">
            <a:extLst>
              <a:ext uri="{FF2B5EF4-FFF2-40B4-BE49-F238E27FC236}">
                <a16:creationId xmlns:a16="http://schemas.microsoft.com/office/drawing/2014/main" id="{29564BAC-14EC-BDC7-8418-22E200DE7971}"/>
              </a:ext>
            </a:extLst>
          </p:cNvPr>
          <p:cNvSpPr/>
          <p:nvPr/>
        </p:nvSpPr>
        <p:spPr>
          <a:xfrm>
            <a:off x="2485763" y="3970349"/>
            <a:ext cx="1830863" cy="707072"/>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Admin Not Found</a:t>
            </a:r>
          </a:p>
        </p:txBody>
      </p:sp>
      <p:sp>
        <p:nvSpPr>
          <p:cNvPr id="17" name="Flowchart: Display 16">
            <a:extLst>
              <a:ext uri="{FF2B5EF4-FFF2-40B4-BE49-F238E27FC236}">
                <a16:creationId xmlns:a16="http://schemas.microsoft.com/office/drawing/2014/main" id="{0E25FECF-35FC-8B10-3E04-CA8B34741D2B}"/>
              </a:ext>
            </a:extLst>
          </p:cNvPr>
          <p:cNvSpPr/>
          <p:nvPr/>
        </p:nvSpPr>
        <p:spPr>
          <a:xfrm>
            <a:off x="9730948" y="3399574"/>
            <a:ext cx="1977082" cy="612648"/>
          </a:xfrm>
          <a:prstGeom prst="flowChartDisplay">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View Reports</a:t>
            </a:r>
          </a:p>
        </p:txBody>
      </p:sp>
      <p:cxnSp>
        <p:nvCxnSpPr>
          <p:cNvPr id="18" name="Straight Arrow Connector 17">
            <a:extLst>
              <a:ext uri="{FF2B5EF4-FFF2-40B4-BE49-F238E27FC236}">
                <a16:creationId xmlns:a16="http://schemas.microsoft.com/office/drawing/2014/main" id="{03004AF1-7E28-5169-B244-5FCD950FB238}"/>
              </a:ext>
            </a:extLst>
          </p:cNvPr>
          <p:cNvCxnSpPr>
            <a:cxnSpLocks/>
            <a:endCxn id="17" idx="1"/>
          </p:cNvCxnSpPr>
          <p:nvPr/>
        </p:nvCxnSpPr>
        <p:spPr>
          <a:xfrm flipV="1">
            <a:off x="8432458" y="3705898"/>
            <a:ext cx="1298490" cy="5647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F099454A-8985-FDE3-F26B-D152F2A1462E}"/>
              </a:ext>
            </a:extLst>
          </p:cNvPr>
          <p:cNvCxnSpPr>
            <a:cxnSpLocks/>
          </p:cNvCxnSpPr>
          <p:nvPr/>
        </p:nvCxnSpPr>
        <p:spPr>
          <a:xfrm>
            <a:off x="3249827" y="3025665"/>
            <a:ext cx="1066799" cy="0"/>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25407652-7ACD-D3BE-C3C4-4F90D58EA866}"/>
              </a:ext>
            </a:extLst>
          </p:cNvPr>
          <p:cNvCxnSpPr>
            <a:cxnSpLocks/>
            <a:stCxn id="5" idx="3"/>
          </p:cNvCxnSpPr>
          <p:nvPr/>
        </p:nvCxnSpPr>
        <p:spPr>
          <a:xfrm>
            <a:off x="6582032" y="3045606"/>
            <a:ext cx="1035910" cy="16265"/>
          </a:xfrm>
          <a:prstGeom prst="line">
            <a:avLst/>
          </a:prstGeom>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D3348363-951F-0ABB-F8B0-866613E7D9B6}"/>
              </a:ext>
            </a:extLst>
          </p:cNvPr>
          <p:cNvCxnSpPr>
            <a:cxnSpLocks/>
          </p:cNvCxnSpPr>
          <p:nvPr/>
        </p:nvCxnSpPr>
        <p:spPr>
          <a:xfrm flipH="1">
            <a:off x="3249295" y="3016156"/>
            <a:ext cx="49" cy="9304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834001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96080A4-D396-939D-791A-F2CB16449197}"/>
              </a:ext>
            </a:extLst>
          </p:cNvPr>
          <p:cNvSpPr txBox="1"/>
          <p:nvPr/>
        </p:nvSpPr>
        <p:spPr>
          <a:xfrm>
            <a:off x="3920623" y="242849"/>
            <a:ext cx="5368518"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Output Screenshots – Home Page </a:t>
            </a:r>
          </a:p>
        </p:txBody>
      </p:sp>
      <p:pic>
        <p:nvPicPr>
          <p:cNvPr id="5" name="Picture 4">
            <a:extLst>
              <a:ext uri="{FF2B5EF4-FFF2-40B4-BE49-F238E27FC236}">
                <a16:creationId xmlns:a16="http://schemas.microsoft.com/office/drawing/2014/main" id="{765FB177-D54F-4F1C-1F19-FC21C875FA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1270320"/>
            <a:ext cx="10121900" cy="4820668"/>
          </a:xfrm>
          <a:prstGeom prst="rect">
            <a:avLst/>
          </a:prstGeom>
        </p:spPr>
      </p:pic>
    </p:spTree>
    <p:extLst>
      <p:ext uri="{BB962C8B-B14F-4D97-AF65-F5344CB8AC3E}">
        <p14:creationId xmlns:p14="http://schemas.microsoft.com/office/powerpoint/2010/main" val="1189759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A6430B-4020-0856-0BC6-6B1ED7858D8C}"/>
              </a:ext>
            </a:extLst>
          </p:cNvPr>
          <p:cNvSpPr txBox="1"/>
          <p:nvPr/>
        </p:nvSpPr>
        <p:spPr>
          <a:xfrm>
            <a:off x="4894943" y="327353"/>
            <a:ext cx="2111828"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Login</a:t>
            </a:r>
            <a:r>
              <a:rPr lang="en-US" sz="24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Page</a:t>
            </a:r>
            <a:endParaRPr lang="en-IN" sz="2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617B072-B963-A5E8-281B-A30368B5E6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4199" y="1485900"/>
            <a:ext cx="8962713" cy="4208863"/>
          </a:xfrm>
          <a:prstGeom prst="rect">
            <a:avLst/>
          </a:prstGeom>
        </p:spPr>
      </p:pic>
    </p:spTree>
    <p:extLst>
      <p:ext uri="{BB962C8B-B14F-4D97-AF65-F5344CB8AC3E}">
        <p14:creationId xmlns:p14="http://schemas.microsoft.com/office/powerpoint/2010/main" val="7643845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DB5B323-3777-56B7-8151-9EC188E843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9729" y="1261996"/>
            <a:ext cx="10132541" cy="4758211"/>
          </a:xfrm>
          <a:prstGeom prst="rect">
            <a:avLst/>
          </a:prstGeom>
        </p:spPr>
      </p:pic>
      <p:sp>
        <p:nvSpPr>
          <p:cNvPr id="2" name="TextBox 1">
            <a:extLst>
              <a:ext uri="{FF2B5EF4-FFF2-40B4-BE49-F238E27FC236}">
                <a16:creationId xmlns:a16="http://schemas.microsoft.com/office/drawing/2014/main" id="{92B7EBF6-7EC8-B3D7-59EE-6FE584FE9B9F}"/>
              </a:ext>
            </a:extLst>
          </p:cNvPr>
          <p:cNvSpPr txBox="1"/>
          <p:nvPr/>
        </p:nvSpPr>
        <p:spPr>
          <a:xfrm>
            <a:off x="4412392" y="376128"/>
            <a:ext cx="428710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New User Registration Page</a:t>
            </a:r>
          </a:p>
        </p:txBody>
      </p:sp>
    </p:spTree>
    <p:extLst>
      <p:ext uri="{BB962C8B-B14F-4D97-AF65-F5344CB8AC3E}">
        <p14:creationId xmlns:p14="http://schemas.microsoft.com/office/powerpoint/2010/main" val="26766673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EDB2B6-27FD-1233-D075-F86BFA173896}"/>
              </a:ext>
            </a:extLst>
          </p:cNvPr>
          <p:cNvSpPr txBox="1"/>
          <p:nvPr/>
        </p:nvSpPr>
        <p:spPr>
          <a:xfrm>
            <a:off x="4913086" y="428953"/>
            <a:ext cx="27214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Users Dashboard</a:t>
            </a:r>
            <a:endParaRPr lang="en-IN" sz="2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3E8BE68-56A1-E097-E0A0-B9880C8071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7500" y="1435099"/>
            <a:ext cx="9787820" cy="4646525"/>
          </a:xfrm>
          <a:prstGeom prst="rect">
            <a:avLst/>
          </a:prstGeom>
        </p:spPr>
      </p:pic>
    </p:spTree>
    <p:extLst>
      <p:ext uri="{BB962C8B-B14F-4D97-AF65-F5344CB8AC3E}">
        <p14:creationId xmlns:p14="http://schemas.microsoft.com/office/powerpoint/2010/main" val="8979218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9EC85D-4B58-2E52-EFBC-AB4F6A01A8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0443" y="880086"/>
            <a:ext cx="8971113" cy="5097828"/>
          </a:xfrm>
          <a:prstGeom prst="rect">
            <a:avLst/>
          </a:prstGeom>
        </p:spPr>
      </p:pic>
      <p:sp>
        <p:nvSpPr>
          <p:cNvPr id="2" name="TextBox 1">
            <a:extLst>
              <a:ext uri="{FF2B5EF4-FFF2-40B4-BE49-F238E27FC236}">
                <a16:creationId xmlns:a16="http://schemas.microsoft.com/office/drawing/2014/main" id="{A9F32283-9EFE-65E2-DBE3-30583154A934}"/>
              </a:ext>
            </a:extLst>
          </p:cNvPr>
          <p:cNvSpPr txBox="1"/>
          <p:nvPr/>
        </p:nvSpPr>
        <p:spPr>
          <a:xfrm>
            <a:off x="5040085" y="196725"/>
            <a:ext cx="21118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Repot  Hazard</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17092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C2430A-3BB6-C3A6-F54F-8B2DAD251C3C}"/>
              </a:ext>
            </a:extLst>
          </p:cNvPr>
          <p:cNvSpPr txBox="1"/>
          <p:nvPr/>
        </p:nvSpPr>
        <p:spPr>
          <a:xfrm>
            <a:off x="4709886" y="407181"/>
            <a:ext cx="3418114" cy="461665"/>
          </a:xfrm>
          <a:prstGeom prst="rect">
            <a:avLst/>
          </a:prstGeom>
          <a:noFill/>
        </p:spPr>
        <p:txBody>
          <a:bodyPr wrap="square" rtlCol="0">
            <a:spAutoFit/>
          </a:bodyPr>
          <a:lstStyle/>
          <a:p>
            <a:r>
              <a:rPr lang="en-US" sz="2400" b="1">
                <a:latin typeface="Times New Roman" panose="02020603050405020304" pitchFamily="18" charset="0"/>
                <a:cs typeface="Times New Roman" panose="02020603050405020304" pitchFamily="18" charset="0"/>
              </a:rPr>
              <a:t>Processing Your Report</a:t>
            </a:r>
            <a:endParaRPr lang="en-IN" sz="2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248E696-30D2-A906-B8DA-7BA05E56DE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7700" y="1473200"/>
            <a:ext cx="8717644" cy="4180845"/>
          </a:xfrm>
          <a:prstGeom prst="rect">
            <a:avLst/>
          </a:prstGeom>
        </p:spPr>
      </p:pic>
    </p:spTree>
    <p:extLst>
      <p:ext uri="{BB962C8B-B14F-4D97-AF65-F5344CB8AC3E}">
        <p14:creationId xmlns:p14="http://schemas.microsoft.com/office/powerpoint/2010/main" val="19364020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E008150-5C1A-B805-CD93-6A8CC5E188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3547" y="936365"/>
            <a:ext cx="9284522" cy="5282810"/>
          </a:xfrm>
          <a:prstGeom prst="rect">
            <a:avLst/>
          </a:prstGeom>
        </p:spPr>
      </p:pic>
      <p:sp>
        <p:nvSpPr>
          <p:cNvPr id="2" name="TextBox 1">
            <a:extLst>
              <a:ext uri="{FF2B5EF4-FFF2-40B4-BE49-F238E27FC236}">
                <a16:creationId xmlns:a16="http://schemas.microsoft.com/office/drawing/2014/main" id="{9E57080C-B21F-567F-00F9-385735945613}"/>
              </a:ext>
            </a:extLst>
          </p:cNvPr>
          <p:cNvSpPr txBox="1"/>
          <p:nvPr/>
        </p:nvSpPr>
        <p:spPr>
          <a:xfrm>
            <a:off x="4521200" y="177160"/>
            <a:ext cx="4129314"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AI Report Validation Fails</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21447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8A9978-B3C1-75AA-6AED-4C3E3DCBD9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8557" y="983430"/>
            <a:ext cx="9202937" cy="5221427"/>
          </a:xfrm>
          <a:prstGeom prst="rect">
            <a:avLst/>
          </a:prstGeom>
        </p:spPr>
      </p:pic>
      <p:sp>
        <p:nvSpPr>
          <p:cNvPr id="2" name="TextBox 1">
            <a:extLst>
              <a:ext uri="{FF2B5EF4-FFF2-40B4-BE49-F238E27FC236}">
                <a16:creationId xmlns:a16="http://schemas.microsoft.com/office/drawing/2014/main" id="{4DA42108-3573-D7B6-AB2B-3A3E5A220281}"/>
              </a:ext>
            </a:extLst>
          </p:cNvPr>
          <p:cNvSpPr txBox="1"/>
          <p:nvPr/>
        </p:nvSpPr>
        <p:spPr>
          <a:xfrm>
            <a:off x="4690468" y="191478"/>
            <a:ext cx="4332514"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AI report Validation Success</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37249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D9D3F0-B1EF-9FBC-183B-521E312D3637}"/>
              </a:ext>
            </a:extLst>
          </p:cNvPr>
          <p:cNvSpPr txBox="1"/>
          <p:nvPr/>
        </p:nvSpPr>
        <p:spPr>
          <a:xfrm>
            <a:off x="5473701" y="336425"/>
            <a:ext cx="21118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View Reports</a:t>
            </a:r>
            <a:endParaRPr lang="en-IN" sz="2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15FD4C7-3F47-4017-B2F8-7319086C58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1227435"/>
            <a:ext cx="9994073" cy="4460841"/>
          </a:xfrm>
          <a:prstGeom prst="rect">
            <a:avLst/>
          </a:prstGeom>
        </p:spPr>
      </p:pic>
    </p:spTree>
    <p:extLst>
      <p:ext uri="{BB962C8B-B14F-4D97-AF65-F5344CB8AC3E}">
        <p14:creationId xmlns:p14="http://schemas.microsoft.com/office/powerpoint/2010/main" val="18110255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402054-3FF8-6637-591D-5DEA22DDFB5F}"/>
              </a:ext>
            </a:extLst>
          </p:cNvPr>
          <p:cNvSpPr txBox="1"/>
          <p:nvPr/>
        </p:nvSpPr>
        <p:spPr>
          <a:xfrm>
            <a:off x="4742543" y="336424"/>
            <a:ext cx="2910114"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Admin Dashboard</a:t>
            </a:r>
            <a:endParaRPr lang="en-IN" sz="2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5EEF5DB-0D28-C3DE-A4C4-E77375F032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4900" y="1130299"/>
            <a:ext cx="10633273" cy="5059699"/>
          </a:xfrm>
          <a:prstGeom prst="rect">
            <a:avLst/>
          </a:prstGeom>
        </p:spPr>
      </p:pic>
    </p:spTree>
    <p:extLst>
      <p:ext uri="{BB962C8B-B14F-4D97-AF65-F5344CB8AC3E}">
        <p14:creationId xmlns:p14="http://schemas.microsoft.com/office/powerpoint/2010/main" val="32091766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89D136-5473-C622-576B-69987638C8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6041" y="1010592"/>
            <a:ext cx="9527059" cy="4836815"/>
          </a:xfrm>
          <a:prstGeom prst="rect">
            <a:avLst/>
          </a:prstGeom>
        </p:spPr>
      </p:pic>
      <p:sp>
        <p:nvSpPr>
          <p:cNvPr id="2" name="TextBox 1">
            <a:extLst>
              <a:ext uri="{FF2B5EF4-FFF2-40B4-BE49-F238E27FC236}">
                <a16:creationId xmlns:a16="http://schemas.microsoft.com/office/drawing/2014/main" id="{D19E6E28-D3C3-F65B-DB80-0341D869068F}"/>
              </a:ext>
            </a:extLst>
          </p:cNvPr>
          <p:cNvSpPr txBox="1"/>
          <p:nvPr/>
        </p:nvSpPr>
        <p:spPr>
          <a:xfrm>
            <a:off x="5493656" y="307396"/>
            <a:ext cx="21118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Manage Users</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18372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D1B3A-1F0C-F48B-7D70-F826DB6829CB}"/>
              </a:ext>
            </a:extLst>
          </p:cNvPr>
          <p:cNvSpPr txBox="1"/>
          <p:nvPr/>
        </p:nvSpPr>
        <p:spPr>
          <a:xfrm>
            <a:off x="5040086" y="675696"/>
            <a:ext cx="21118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Recent Alerts</a:t>
            </a:r>
            <a:endParaRPr lang="en-IN" sz="2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97DDA9A-C25B-D95C-B6BB-F3188DF860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4223" y="1802567"/>
            <a:ext cx="10539070" cy="3252866"/>
          </a:xfrm>
          <a:prstGeom prst="rect">
            <a:avLst/>
          </a:prstGeom>
        </p:spPr>
      </p:pic>
    </p:spTree>
    <p:extLst>
      <p:ext uri="{BB962C8B-B14F-4D97-AF65-F5344CB8AC3E}">
        <p14:creationId xmlns:p14="http://schemas.microsoft.com/office/powerpoint/2010/main" val="27518468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CB92125-118B-656D-B9B0-EBE9C8E91D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1658" y="696687"/>
            <a:ext cx="8752113" cy="5907314"/>
          </a:xfrm>
          <a:prstGeom prst="rect">
            <a:avLst/>
          </a:prstGeom>
        </p:spPr>
      </p:pic>
      <p:sp>
        <p:nvSpPr>
          <p:cNvPr id="2" name="TextBox 1">
            <a:extLst>
              <a:ext uri="{FF2B5EF4-FFF2-40B4-BE49-F238E27FC236}">
                <a16:creationId xmlns:a16="http://schemas.microsoft.com/office/drawing/2014/main" id="{06B8DFE4-CC23-1724-C5D7-2F64B645FE34}"/>
              </a:ext>
            </a:extLst>
          </p:cNvPr>
          <p:cNvSpPr txBox="1"/>
          <p:nvPr/>
        </p:nvSpPr>
        <p:spPr>
          <a:xfrm>
            <a:off x="5929084" y="53856"/>
            <a:ext cx="2024743"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Coding</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66712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578D46-358D-53C1-F9B1-81690B210998}"/>
              </a:ext>
            </a:extLst>
          </p:cNvPr>
          <p:cNvPicPr>
            <a:picLocks noChangeAspect="1"/>
          </p:cNvPicPr>
          <p:nvPr/>
        </p:nvPicPr>
        <p:blipFill>
          <a:blip r:embed="rId2">
            <a:extLst>
              <a:ext uri="{28A0092B-C50C-407E-A947-70E740481C1C}">
                <a14:useLocalDpi xmlns:a14="http://schemas.microsoft.com/office/drawing/2010/main" val="0"/>
              </a:ext>
            </a:extLst>
          </a:blip>
          <a:srcRect b="2153"/>
          <a:stretch/>
        </p:blipFill>
        <p:spPr>
          <a:xfrm>
            <a:off x="794950" y="890469"/>
            <a:ext cx="10602099" cy="5053131"/>
          </a:xfrm>
          <a:prstGeom prst="rect">
            <a:avLst/>
          </a:prstGeom>
        </p:spPr>
      </p:pic>
      <p:sp>
        <p:nvSpPr>
          <p:cNvPr id="2" name="TextBox 1">
            <a:extLst>
              <a:ext uri="{FF2B5EF4-FFF2-40B4-BE49-F238E27FC236}">
                <a16:creationId xmlns:a16="http://schemas.microsoft.com/office/drawing/2014/main" id="{78452A75-E8A1-065D-2DE0-AAE4AABFCCA4}"/>
              </a:ext>
            </a:extLst>
          </p:cNvPr>
          <p:cNvSpPr txBox="1"/>
          <p:nvPr/>
        </p:nvSpPr>
        <p:spPr>
          <a:xfrm>
            <a:off x="5885543" y="174953"/>
            <a:ext cx="21118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Reports Table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11757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8485FBD6-64FC-1538-02C3-35FAB1B00C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0111" y="808830"/>
            <a:ext cx="8451778" cy="5517585"/>
          </a:xfrm>
          <a:prstGeom prst="rect">
            <a:avLst/>
          </a:prstGeom>
        </p:spPr>
      </p:pic>
      <p:sp>
        <p:nvSpPr>
          <p:cNvPr id="2" name="TextBox 1">
            <a:extLst>
              <a:ext uri="{FF2B5EF4-FFF2-40B4-BE49-F238E27FC236}">
                <a16:creationId xmlns:a16="http://schemas.microsoft.com/office/drawing/2014/main" id="{0C174C50-9749-8D40-3D60-8C9EEDE66DC5}"/>
              </a:ext>
            </a:extLst>
          </p:cNvPr>
          <p:cNvSpPr txBox="1"/>
          <p:nvPr/>
        </p:nvSpPr>
        <p:spPr>
          <a:xfrm>
            <a:off x="5885543" y="174953"/>
            <a:ext cx="21118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Users Table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51392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96080A4-D396-939D-791A-F2CB16449197}"/>
              </a:ext>
            </a:extLst>
          </p:cNvPr>
          <p:cNvSpPr txBox="1"/>
          <p:nvPr/>
        </p:nvSpPr>
        <p:spPr>
          <a:xfrm>
            <a:off x="752928" y="241301"/>
            <a:ext cx="4473145"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System Control Flow</a:t>
            </a:r>
            <a:endParaRPr lang="en-US" sz="2800" dirty="0"/>
          </a:p>
        </p:txBody>
      </p:sp>
      <p:pic>
        <p:nvPicPr>
          <p:cNvPr id="6" name="Picture 5">
            <a:extLst>
              <a:ext uri="{FF2B5EF4-FFF2-40B4-BE49-F238E27FC236}">
                <a16:creationId xmlns:a16="http://schemas.microsoft.com/office/drawing/2014/main" id="{9E8D7EFC-68D0-4D27-48CA-4430F69C15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34" y="241301"/>
            <a:ext cx="5715165" cy="5952670"/>
          </a:xfrm>
          <a:prstGeom prst="rect">
            <a:avLst/>
          </a:prstGeom>
        </p:spPr>
      </p:pic>
    </p:spTree>
    <p:extLst>
      <p:ext uri="{BB962C8B-B14F-4D97-AF65-F5344CB8AC3E}">
        <p14:creationId xmlns:p14="http://schemas.microsoft.com/office/powerpoint/2010/main" val="10787123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44FA45A-B252-76AA-4196-F89CBE118F49}"/>
              </a:ext>
            </a:extLst>
          </p:cNvPr>
          <p:cNvSpPr txBox="1"/>
          <p:nvPr/>
        </p:nvSpPr>
        <p:spPr>
          <a:xfrm>
            <a:off x="2833816" y="806627"/>
            <a:ext cx="6524367"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Applications &amp; Future Enhancement</a:t>
            </a:r>
          </a:p>
        </p:txBody>
      </p:sp>
      <p:sp>
        <p:nvSpPr>
          <p:cNvPr id="5" name="TextBox 4">
            <a:extLst>
              <a:ext uri="{FF2B5EF4-FFF2-40B4-BE49-F238E27FC236}">
                <a16:creationId xmlns:a16="http://schemas.microsoft.com/office/drawing/2014/main" id="{71A9D71E-1EA9-8A13-075B-B81E55A35513}"/>
              </a:ext>
            </a:extLst>
          </p:cNvPr>
          <p:cNvSpPr txBox="1"/>
          <p:nvPr/>
        </p:nvSpPr>
        <p:spPr>
          <a:xfrm>
            <a:off x="1161535" y="1655806"/>
            <a:ext cx="8983363" cy="1200329"/>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Applications:</a:t>
            </a:r>
          </a:p>
          <a:p>
            <a:pPr marL="285750" indent="-28575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Smart cities</a:t>
            </a:r>
          </a:p>
          <a:p>
            <a:pPr marL="285750" indent="-28575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Community safety monitoring</a:t>
            </a:r>
          </a:p>
        </p:txBody>
      </p:sp>
      <p:sp>
        <p:nvSpPr>
          <p:cNvPr id="6" name="TextBox 5">
            <a:extLst>
              <a:ext uri="{FF2B5EF4-FFF2-40B4-BE49-F238E27FC236}">
                <a16:creationId xmlns:a16="http://schemas.microsoft.com/office/drawing/2014/main" id="{ED4C5A9C-5310-5027-0F46-C2CDA24CB477}"/>
              </a:ext>
            </a:extLst>
          </p:cNvPr>
          <p:cNvSpPr txBox="1"/>
          <p:nvPr/>
        </p:nvSpPr>
        <p:spPr>
          <a:xfrm>
            <a:off x="1124465" y="3243649"/>
            <a:ext cx="7698259" cy="1200329"/>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Future Enhancements:</a:t>
            </a:r>
          </a:p>
          <a:p>
            <a:pPr marL="285750" indent="-28575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Integration with emergency services</a:t>
            </a:r>
          </a:p>
          <a:p>
            <a:pPr marL="285750" indent="-28575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Mobile app development</a:t>
            </a:r>
          </a:p>
        </p:txBody>
      </p:sp>
    </p:spTree>
    <p:extLst>
      <p:ext uri="{BB962C8B-B14F-4D97-AF65-F5344CB8AC3E}">
        <p14:creationId xmlns:p14="http://schemas.microsoft.com/office/powerpoint/2010/main" val="39896262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286BCF-61DF-ADFB-61D2-95CBF1EB482B}"/>
              </a:ext>
            </a:extLst>
          </p:cNvPr>
          <p:cNvSpPr txBox="1"/>
          <p:nvPr/>
        </p:nvSpPr>
        <p:spPr>
          <a:xfrm>
            <a:off x="1553862" y="1684298"/>
            <a:ext cx="9084275" cy="1938992"/>
          </a:xfrm>
          <a:prstGeom prst="rect">
            <a:avLst/>
          </a:prstGeom>
          <a:noFill/>
        </p:spPr>
        <p:txBody>
          <a:bodyPr wrap="square" rtlCol="0">
            <a:spAutoFit/>
          </a:bodyPr>
          <a:lstStyle/>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Successfully developed a </a:t>
            </a:r>
            <a:r>
              <a:rPr lang="en-US" sz="2400" b="1" dirty="0">
                <a:latin typeface="Times New Roman" panose="02020603050405020304" pitchFamily="18" charset="0"/>
                <a:cs typeface="Times New Roman" panose="02020603050405020304" pitchFamily="18" charset="0"/>
              </a:rPr>
              <a:t>smart hazard reporting system</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Implemented </a:t>
            </a:r>
            <a:r>
              <a:rPr lang="en-US" sz="2400" b="1" dirty="0">
                <a:latin typeface="Times New Roman" panose="02020603050405020304" pitchFamily="18" charset="0"/>
                <a:cs typeface="Times New Roman" panose="02020603050405020304" pitchFamily="18" charset="0"/>
              </a:rPr>
              <a:t>AI-based validation for reliability</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Integrated </a:t>
            </a:r>
            <a:r>
              <a:rPr lang="en-US" sz="2400" b="1" dirty="0">
                <a:latin typeface="Times New Roman" panose="02020603050405020304" pitchFamily="18" charset="0"/>
                <a:cs typeface="Times New Roman" panose="02020603050405020304" pitchFamily="18" charset="0"/>
              </a:rPr>
              <a:t>map, multimedia, and real-time features</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We Designed a </a:t>
            </a:r>
            <a:r>
              <a:rPr lang="en-US" sz="2400" b="1" dirty="0">
                <a:latin typeface="Times New Roman" panose="02020603050405020304" pitchFamily="18" charset="0"/>
                <a:cs typeface="Times New Roman" panose="02020603050405020304" pitchFamily="18" charset="0"/>
              </a:rPr>
              <a:t>secure and user-friendly system</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Provides a strong foundation for </a:t>
            </a:r>
            <a:r>
              <a:rPr lang="en-US" sz="2400" b="1" dirty="0">
                <a:latin typeface="Times New Roman" panose="02020603050405020304" pitchFamily="18" charset="0"/>
                <a:cs typeface="Times New Roman" panose="02020603050405020304" pitchFamily="18" charset="0"/>
              </a:rPr>
              <a:t>real-world deployment.</a:t>
            </a:r>
            <a:endParaRPr lang="en-US"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4647285-D8BD-613E-A5FE-4CF51A36266B}"/>
              </a:ext>
            </a:extLst>
          </p:cNvPr>
          <p:cNvSpPr txBox="1"/>
          <p:nvPr/>
        </p:nvSpPr>
        <p:spPr>
          <a:xfrm>
            <a:off x="4633783" y="420130"/>
            <a:ext cx="1989439"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Conclusion</a:t>
            </a:r>
            <a:endParaRPr lang="en-US" sz="2400" b="1" dirty="0"/>
          </a:p>
        </p:txBody>
      </p:sp>
    </p:spTree>
    <p:extLst>
      <p:ext uri="{BB962C8B-B14F-4D97-AF65-F5344CB8AC3E}">
        <p14:creationId xmlns:p14="http://schemas.microsoft.com/office/powerpoint/2010/main" val="42656936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F25BCC-ECB9-9A87-E11D-EFE694C14B79}"/>
              </a:ext>
            </a:extLst>
          </p:cNvPr>
          <p:cNvSpPr txBox="1"/>
          <p:nvPr/>
        </p:nvSpPr>
        <p:spPr>
          <a:xfrm>
            <a:off x="4531151" y="170218"/>
            <a:ext cx="4164227"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References</a:t>
            </a:r>
          </a:p>
        </p:txBody>
      </p:sp>
      <p:sp>
        <p:nvSpPr>
          <p:cNvPr id="2" name="TextBox 1">
            <a:extLst>
              <a:ext uri="{FF2B5EF4-FFF2-40B4-BE49-F238E27FC236}">
                <a16:creationId xmlns:a16="http://schemas.microsoft.com/office/drawing/2014/main" id="{CEDDB490-B63F-0ED7-1CFC-3DD4B8BE1B19}"/>
              </a:ext>
            </a:extLst>
          </p:cNvPr>
          <p:cNvSpPr txBox="1"/>
          <p:nvPr/>
        </p:nvSpPr>
        <p:spPr>
          <a:xfrm>
            <a:off x="1778000" y="856357"/>
            <a:ext cx="9207500" cy="6001643"/>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1. Kumar, S., Reddy, P.K. and Sharma, R. (2022) 'Smart Hazard Detection Using IoT and Real-Time Systems', IEEE Access, Vol.10, pp.45231-45245.</a:t>
            </a:r>
          </a:p>
          <a:p>
            <a:r>
              <a:rPr lang="en-IN" sz="2400" dirty="0">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2. Sharma, R. and Singh, P. (2023) 'Real-Time Monitoring in Smart Cities', International Journal of Smart Technology, Vol.5, No.2, pp.112-125.</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3. Alam, F., </a:t>
            </a:r>
            <a:r>
              <a:rPr lang="en-IN" sz="2400" dirty="0" err="1">
                <a:latin typeface="Times New Roman" panose="02020603050405020304" pitchFamily="18" charset="0"/>
                <a:cs typeface="Times New Roman" panose="02020603050405020304" pitchFamily="18" charset="0"/>
              </a:rPr>
              <a:t>Ofli</a:t>
            </a:r>
            <a:r>
              <a:rPr lang="en-IN" sz="2400" dirty="0">
                <a:latin typeface="Times New Roman" panose="02020603050405020304" pitchFamily="18" charset="0"/>
                <a:cs typeface="Times New Roman" panose="02020603050405020304" pitchFamily="18" charset="0"/>
              </a:rPr>
              <a:t>, F. and Imran, M. (2022) 'Robustness of Deep Learning Models for Image-Based Hazard Classification', IEEE Transactions on Computational Social Systems, Vol.9, No.3, pp.789-802.</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4. Patel, K., Mehta, A. and Joshi, R. (2025) 'Automation in Smart Safety Systems Using Machine Learning', IEEE Access, Vol.13, pp.23456-23470.</a:t>
            </a:r>
          </a:p>
          <a:p>
            <a:r>
              <a:rPr lang="en-IN"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7925459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947</TotalTime>
  <Words>1201</Words>
  <Application>Microsoft Office PowerPoint</Application>
  <PresentationFormat>Widescreen</PresentationFormat>
  <Paragraphs>176</Paragraphs>
  <Slides>36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Calibri</vt:lpstr>
      <vt:lpstr>Calibri Light</vt:lpstr>
      <vt:lpstr>Renfrew</vt:lpstr>
      <vt:lpstr>Times New Roman</vt:lpstr>
      <vt:lpstr>Wingdings</vt:lpstr>
      <vt:lpstr>Office Theme</vt:lpstr>
      <vt:lpstr>V. R. S. College of Engineering and Technology Arasur-607107, Villupuram District (Reaccredited by NAAC and An ISO 9001:2008 Recertified Institution)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sriram s</dc:creator>
  <cp:lastModifiedBy>sriram s</cp:lastModifiedBy>
  <cp:revision>65</cp:revision>
  <dcterms:created xsi:type="dcterms:W3CDTF">2025-12-31T07:54:20Z</dcterms:created>
  <dcterms:modified xsi:type="dcterms:W3CDTF">2026-05-07T16:54:13Z</dcterms:modified>
</cp:coreProperties>
</file>